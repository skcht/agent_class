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上下文管理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infinite_sessions — 自動壓縮，無限對話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infinite_sessions={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"enabled": True,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"background_compaction_threshold": 0.80,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為什麼上下文會爆？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59436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工具輸出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印出整個檔案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1097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數千～數萬 tokens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828800"/>
            <a:ext cx="54864" cy="59436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828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長對話歷史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18288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多輪問答累積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828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線性增長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56032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560320"/>
            <a:ext cx="54864" cy="59436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5603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大型 system message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2560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塞入整份文件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5603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固定成本，每次都付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29184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291840"/>
            <a:ext cx="54864" cy="59436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291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重複資訊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32918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每輪重新提供相同上下文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291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浪費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4114800"/>
            <a:ext cx="54864" cy="45720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1148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上下文滿了 → 程式失敗、AI 回覆品質下降、費用飆升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16 課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infinite_sessions 運作原理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上下文使用率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solidFill>
            <a:srgbClr val="3FB950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1463040"/>
            <a:ext cx="1005840" cy="457200"/>
          </a:xfrm>
          <a:prstGeom prst="rect">
            <a:avLst/>
          </a:prstGeom>
          <a:solidFill>
            <a:srgbClr val="E3B341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1463040"/>
            <a:ext cx="365760" cy="457200"/>
          </a:xfrm>
          <a:prstGeom prst="rect">
            <a:avLst/>
          </a:prstGeom>
          <a:solidFill>
            <a:srgbClr val="FF7B72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89320" y="1965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95160" y="1965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1965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正常對話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463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背景壓縮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3760" y="1463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阻塞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37744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377440"/>
            <a:ext cx="54864" cy="5029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377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 ~ 80%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2377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正常運作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0" y="2377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不做任何壓縮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01752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017520"/>
            <a:ext cx="54864" cy="50292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0175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 ~ 95%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0" y="3017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背景壓縮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0" y="3017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不影響回應速度，自動壓縮舊對話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65760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3657600"/>
            <a:ext cx="54864" cy="5029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3657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95% ~ 100%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3657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阻塞壓縮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0" y="3657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必須等壓縮完成才能繼續（避免溢出）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壓縮 = 讓 LLM 摘要舊對話，保留重要資訊但大幅減少 token 數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16 課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程式碼實作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749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啟用 infinite sessions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=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model="claude-sonnet-4.6",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infinite_sessions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"enabled": </a:t>
            </a:r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"background_compaction_threshold": </a:t>
            </a:r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"buffer_exhaustion_threshold":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監聽壓縮事件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handle_event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(event):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event.type == </a:t>
            </a:r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CONTEXT_COMPACTION_STARTED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print("壓縮開始...")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event.type ==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CONTEXT_COMPACTION_COMPLETED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print("壓縮完成！")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session.on(handle_event)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16 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上下文管理策略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61288"/>
            <a:ext cx="411480" cy="41148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61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精簡 System Message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39903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只放關鍵規則，細節讓 agent 用工具查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38528"/>
            <a:ext cx="411480" cy="4114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38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分段處理長任務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1762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每個子任務用獨立 session，乾淨上下文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715768"/>
            <a:ext cx="411480" cy="41148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15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用工具代替內嵌資料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95351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agent 需要時才讀，不是一開始就塞進 prompt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493008"/>
            <a:ext cx="411480" cy="41148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調整 Compaction 閾值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73075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根據任務特性調整背景/阻塞壓縮時機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閾值調整建議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長對話: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4160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 / 0.85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短任務: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4160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 / 0.98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大量工具: 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80960" y="4160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0.60 / 0.80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16 課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三種方式對比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011680" cy="3657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834640" y="1051560"/>
            <a:ext cx="2286000" cy="3657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Text 4"/>
          <p:cNvSpPr/>
          <p:nvPr/>
        </p:nvSpPr>
        <p:spPr>
          <a:xfrm>
            <a:off x="283464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無壓縮（預設）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212080" y="1051560"/>
            <a:ext cx="2286000" cy="3657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infinite_sessions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89520" y="1051560"/>
            <a:ext cx="1371600" cy="3657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1051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手動分段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463040"/>
            <a:ext cx="201168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2834640" y="1463040"/>
            <a:ext cx="22860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Shape 11"/>
          <p:cNvSpPr/>
          <p:nvPr/>
        </p:nvSpPr>
        <p:spPr>
          <a:xfrm>
            <a:off x="5212080" y="1463040"/>
            <a:ext cx="22860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0" y="1463040"/>
            <a:ext cx="13716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463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上下文限制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0" y="1463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硬上限，超過失敗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0" y="1463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自動壓縮，無限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80960" y="14630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每段完整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1965960"/>
            <a:ext cx="201168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2834640" y="1965960"/>
            <a:ext cx="22860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Shape 19"/>
          <p:cNvSpPr/>
          <p:nvPr/>
        </p:nvSpPr>
        <p:spPr>
          <a:xfrm>
            <a:off x="5212080" y="1965960"/>
            <a:ext cx="22860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0" y="1965960"/>
            <a:ext cx="13716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資訊保留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26080" y="19659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100%（但空間有限）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0" y="19659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壓縮後丟失細節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0" y="19659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每段獨立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2468880"/>
            <a:ext cx="201168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Shape 26"/>
          <p:cNvSpPr/>
          <p:nvPr/>
        </p:nvSpPr>
        <p:spPr>
          <a:xfrm>
            <a:off x="2834640" y="2468880"/>
            <a:ext cx="22860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9" name="Shape 27"/>
          <p:cNvSpPr/>
          <p:nvPr/>
        </p:nvSpPr>
        <p:spPr>
          <a:xfrm>
            <a:off x="5212080" y="2468880"/>
            <a:ext cx="22860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0" y="2468880"/>
            <a:ext cx="13716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2468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適用場景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926080" y="2468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短任務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0" y="2468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長對話、探索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80960" y="24688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批次、模組化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2971800"/>
            <a:ext cx="201168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6" name="Shape 34"/>
          <p:cNvSpPr/>
          <p:nvPr/>
        </p:nvSpPr>
        <p:spPr>
          <a:xfrm>
            <a:off x="2834640" y="2971800"/>
            <a:ext cx="22860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7" name="Shape 35"/>
          <p:cNvSpPr/>
          <p:nvPr/>
        </p:nvSpPr>
        <p:spPr>
          <a:xfrm>
            <a:off x="5212080" y="2971800"/>
            <a:ext cx="22860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8" name="Shape 36"/>
          <p:cNvSpPr/>
          <p:nvPr/>
        </p:nvSpPr>
        <p:spPr>
          <a:xfrm>
            <a:off x="7589520" y="2971800"/>
            <a:ext cx="13716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2971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實作成本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926080" y="2971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03520" y="2971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一行設定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680960" y="29718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需設計拆分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分段處理範例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39319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["auth", "api", "database"]: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client.create_session(...)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session.send_and_wait(f"重構 {module} 的錯誤處理")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16 課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參數說明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8229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0" y="1097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預設: False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是否啟用 infinite sessions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768096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103120"/>
            <a:ext cx="54864" cy="82296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03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background_compaction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_threshold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預設: 0.80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上下文使用率達此比例時，背景開始壓縮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768096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108960"/>
            <a:ext cx="54864" cy="82296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108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buffer_exhaustion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_threshold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預設: 0.95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上下文使用率達此比例時，阻塞式壓縮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resume_session 時也可以啟用或調整 infinite_sessions 參數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16 課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infinite_sessions 自動壓縮上下文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背景壓縮 (80%) vs 阻塞壓縮 (95%)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四種管理策略減少上下文壓力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壓縮會丟失細節 — 關鍵資訊要放對地方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17 課：安全設定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working_directory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 Agent 存取範圍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7B72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「能無限對話不代表什麼都該塞進去」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16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16 課：上下文管理 — infinite_sessions</dc:title>
  <dc:subject>PptxGenJS Presentation</dc:subject>
  <dc:creator>Claude</dc:creator>
  <cp:lastModifiedBy>Claude</cp:lastModifiedBy>
  <cp:revision>1</cp:revision>
  <dcterms:created xsi:type="dcterms:W3CDTF">2026-04-01T14:57:54Z</dcterms:created>
  <dcterms:modified xsi:type="dcterms:W3CDTF">2026-04-01T14:57:54Z</dcterms:modified>
</cp:coreProperties>
</file>