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097280"/>
            <a:ext cx="1005840" cy="41148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08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BYOK：自帶 API Key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Your Own Key — OpenAI / Azure / Ollama / Anthropic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754880" y="3474720"/>
            <a:ext cx="4114800" cy="10972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356616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provider =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"type": </a:t>
            </a:r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"openai"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"api_key": </a:t>
            </a:r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os.environ[</a:t>
            </a:r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"OPENAI_API_KEY"</a:t>
            </a:r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4297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7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什麼是 BYOK？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6400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97280"/>
            <a:ext cx="54864" cy="64008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097280"/>
            <a:ext cx="7223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不需要 GitHub Copilot 訂閱，直接用自己的 API Key 連接任何模型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1645920" cy="822960"/>
          </a:xfrm>
          <a:prstGeom prst="rect">
            <a:avLst/>
          </a:prstGeom>
          <a:solidFill>
            <a:srgbClr val="161B22"/>
          </a:solidFill>
          <a:ln w="25400">
            <a:solidFill>
              <a:srgbClr val="F088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103120"/>
            <a:ext cx="1645920" cy="36576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14884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你的 API Key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(OpenAI/Azure/…)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03120" y="210312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</a:rPr>
              <a:t>▶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0" y="2103120"/>
            <a:ext cx="1645920" cy="822960"/>
          </a:xfrm>
          <a:prstGeom prst="rect">
            <a:avLst/>
          </a:prstGeom>
          <a:solidFill>
            <a:srgbClr val="161B22"/>
          </a:solidFill>
          <a:ln w="25400">
            <a:solidFill>
              <a:srgbClr val="BC8C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0" y="2103120"/>
            <a:ext cx="1645920" cy="36576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0" y="214884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SDK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(執行引擎)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0" y="210312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</a:rPr>
              <a:t>▶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0" y="2103120"/>
            <a:ext cx="1645920" cy="822960"/>
          </a:xfrm>
          <a:prstGeom prst="rect">
            <a:avLst/>
          </a:prstGeom>
          <a:solidFill>
            <a:srgbClr val="161B22"/>
          </a:solidFill>
          <a:ln w="25400">
            <a:solidFill>
              <a:srgbClr val="3FB9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0" y="2103120"/>
            <a:ext cx="1645920" cy="3657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214884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你選的模型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(GPT-4/Llama/…)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675120" y="210312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</a:rPr>
              <a:t>▶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15200" y="2103120"/>
            <a:ext cx="1645920" cy="822960"/>
          </a:xfrm>
          <a:prstGeom prst="rect">
            <a:avLst/>
          </a:prstGeom>
          <a:solidFill>
            <a:srgbClr val="161B22"/>
          </a:solidFill>
          <a:ln w="25400">
            <a:solidFill>
              <a:srgbClr val="58A6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0" y="2103120"/>
            <a:ext cx="1645920" cy="3657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0" y="214884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回覆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1520" y="3200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優勢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31520" y="3611880"/>
            <a:ext cx="1828800" cy="4114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3" name="Shape 21"/>
          <p:cNvSpPr/>
          <p:nvPr/>
        </p:nvSpPr>
        <p:spPr>
          <a:xfrm>
            <a:off x="731520" y="3611880"/>
            <a:ext cx="1828800" cy="3657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364845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無需 Copilot 訂閱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0" y="3611880"/>
            <a:ext cx="1828800" cy="4114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6" name="Shape 24"/>
          <p:cNvSpPr/>
          <p:nvPr/>
        </p:nvSpPr>
        <p:spPr>
          <a:xfrm>
            <a:off x="2743200" y="3611880"/>
            <a:ext cx="1828800" cy="3657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0" y="364845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自由選擇模型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3611880"/>
            <a:ext cx="1828800" cy="4114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9" name="Shape 27"/>
          <p:cNvSpPr/>
          <p:nvPr/>
        </p:nvSpPr>
        <p:spPr>
          <a:xfrm>
            <a:off x="4754880" y="3611880"/>
            <a:ext cx="1828800" cy="36576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30" name="Text 28"/>
          <p:cNvSpPr/>
          <p:nvPr/>
        </p:nvSpPr>
        <p:spPr>
          <a:xfrm>
            <a:off x="4754880" y="364845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支援本地 Ollama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766560" y="3611880"/>
            <a:ext cx="1828800" cy="4114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2" name="Shape 30"/>
          <p:cNvSpPr/>
          <p:nvPr/>
        </p:nvSpPr>
        <p:spPr>
          <a:xfrm>
            <a:off x="6766560" y="3611880"/>
            <a:ext cx="1828800" cy="36576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33" name="Text 31"/>
          <p:cNvSpPr/>
          <p:nvPr/>
        </p:nvSpPr>
        <p:spPr>
          <a:xfrm>
            <a:off x="6766560" y="364845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全功能照用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5" name="Text 33"/>
          <p:cNvSpPr/>
          <p:nvPr/>
        </p:nvSpPr>
        <p:spPr>
          <a:xfrm>
            <a:off x="91440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CLI 僅作為 agent 執行引擎，模型由你的 API Key 決定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08 課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Provider 類型一覽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6858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97280"/>
            <a:ext cx="54864" cy="68580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0972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0" y="10972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type: "openai"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0" y="10972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model: gpt-4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14447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標準 OpenAI API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920240"/>
            <a:ext cx="7680960" cy="6858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1920240"/>
            <a:ext cx="54864" cy="68580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19202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43200" y="19202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type: "azure"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0" y="19202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model: gpt-4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226771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必須用 azure，不能用 openai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2743200"/>
            <a:ext cx="7680960" cy="6858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2743200"/>
            <a:ext cx="54864" cy="68580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27432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743200" y="27432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type: "openai"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0" y="27432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model: llama3.2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309067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本地執行，不需 API Key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3566160"/>
            <a:ext cx="7680960" cy="6858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2" name="Shape 20"/>
          <p:cNvSpPr/>
          <p:nvPr/>
        </p:nvSpPr>
        <p:spPr>
          <a:xfrm>
            <a:off x="731520" y="3566160"/>
            <a:ext cx="54864" cy="68580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" y="35661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743200" y="35661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type: "anthropic"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0" y="35661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model: claude-*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05840" y="391363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系列模型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31520" y="4434840"/>
            <a:ext cx="7680960" cy="274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44348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必須用 type: "azure" — 用 "openai" 會失敗！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08 課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三種 Provider 設定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31920" cy="16002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14400"/>
            <a:ext cx="45720" cy="160020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60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"type": "openai",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"base_url": "https://api.openai.com/v1",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"api_key": os.environ["OPENAI_API_KEY"],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3931920" cy="16002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Shape 6"/>
          <p:cNvSpPr/>
          <p:nvPr/>
        </p:nvSpPr>
        <p:spPr>
          <a:xfrm>
            <a:off x="4754880" y="914400"/>
            <a:ext cx="45720" cy="160020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960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0" y="123444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"type": </a:t>
            </a:r>
            <a:pPr indent="0" marL="0">
              <a:buNone/>
            </a:pPr>
            <a:r>
              <a:rPr lang="en-US" sz="105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"azure"</a:t>
            </a:r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"base_url": AZURE_ENDPOINT,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"api_key": AZURE_KEY,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"azure": {"api_version": "..."},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3931920" cy="1417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743200"/>
            <a:ext cx="45720" cy="141732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788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(本地)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306324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"type": "openai",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"base_url": "http://localhost:11434/v1",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</a:t>
            </a:r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不需要 api_key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54880" y="2743200"/>
            <a:ext cx="3931920" cy="1417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6" name="Shape 14"/>
          <p:cNvSpPr/>
          <p:nvPr/>
        </p:nvSpPr>
        <p:spPr>
          <a:xfrm>
            <a:off x="4754880" y="2743200"/>
            <a:ext cx="45720" cy="141732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2788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套用方式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306324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client.create_session(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model=</a:t>
            </a:r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"gpt-4"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provider=</a:t>
            </a:r>
            <a:pPr indent="0" marL="0">
              <a:buNone/>
            </a:pPr>
            <a:r>
              <a:rPr lang="en-US" sz="105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provider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08 課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環境變數與安全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5486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97280"/>
            <a:ext cx="54864" cy="548640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09728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永遠不要寫死在程式碼中 — 一律從環境變數讀取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8229600" cy="22860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011680"/>
            <a:ext cx="78638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OpenAI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</a:t>
            </a:r>
            <a:pPr indent="0" marL="0">
              <a:buNone/>
            </a:pPr>
            <a:r>
              <a:rPr lang="en-US" sz="13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OPENAI_API_KEY</a:t>
            </a:r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=sk-...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Azure OpenAI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</a:t>
            </a:r>
            <a:pPr indent="0" marL="0">
              <a:buNone/>
            </a:pPr>
            <a:r>
              <a:rPr lang="en-US" sz="13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AZURE_OPENAI_KEY</a:t>
            </a:r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=...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</a:t>
            </a:r>
            <a:pPr indent="0" marL="0">
              <a:buNone/>
            </a:pPr>
            <a:r>
              <a:rPr lang="en-US" sz="13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AZURE_OPENAI_ENDPOINT</a:t>
            </a:r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=https://my-resource.openai.azure.com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Ollama（不需 Key）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 serve &amp;&amp; ollama pull llama3.2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43434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注意：Azure 端點只需 host，不含路徑。model 在使用自訂 provider 時是必填的。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08 課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自動偵測模式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buNone/>
            </a:pPr>
            <a:r>
              <a:rPr lang="en-US" sz="12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detect_provider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優先：OpenAI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os.environ.get("OPENAI_API_KEY"):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2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pPr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{...openai config...}, "gpt-4"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Azure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os.environ.get("AZURE_OPENAI_KEY"):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2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pPr indent="0" marL="0">
              <a:buNone/>
            </a:pPr>
            <a:r>
              <a:rPr lang="en-US" sz="12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{...azure config...}, "gpt-4"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Fallback: Ollama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pPr indent="0" marL="0">
              <a:buNone/>
            </a:pPr>
            <a:r>
              <a:rPr lang="en-US" sz="12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{...ollama config...}, "llama3.2"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provider, model = detect_provider()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client.create_session(model=model, provider=provider)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根據環境變數自動選擇 provider，一套程式支援多種模型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08 課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本課重點回顧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4389120" cy="2560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13258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學到了什麼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60120" y="178308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dict 傳入 create_session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/ Azure / Ollama / Anthropic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必須用 type: "azure"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從環境變數讀取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0" y="1234440"/>
            <a:ext cx="3200400" cy="2560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0" y="1234440"/>
            <a:ext cx="3200400" cy="4572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8" name="Text 6"/>
          <p:cNvSpPr/>
          <p:nvPr/>
        </p:nvSpPr>
        <p:spPr>
          <a:xfrm>
            <a:off x="571500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下一課預告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715000" y="1920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09 課：Session 持久化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15000" y="23317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斷線後恢復 Session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保留對話上下文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715000" y="3154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FB950"/>
                </a:solidFill>
              </a:rPr>
              <a:t>➡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0" y="4160520"/>
            <a:ext cx="914400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「一套 SDK，任你選擇模型 — 自由在你手中」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08 課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 08 課：BYOK — 自帶 API Key</dc:title>
  <dc:subject>PptxGenJS Presentation</dc:subject>
  <dc:creator>Claude</dc:creator>
  <cp:lastModifiedBy>Claude</cp:lastModifiedBy>
  <cp:revision>1</cp:revision>
  <dcterms:created xsi:type="dcterms:W3CDTF">2026-04-01T14:35:47Z</dcterms:created>
  <dcterms:modified xsi:type="dcterms:W3CDTF">2026-04-01T14:35:47Z</dcterms:modified>
</cp:coreProperties>
</file>