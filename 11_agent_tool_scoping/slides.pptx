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工具範圍控制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infer + agent — 最小權限原則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"tools":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["grep", "glob", "view"]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"infer": </a:t>
            </a:r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agent=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"researcher"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三個新屬性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868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8686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155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11155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list[str] | None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12080" y="11155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 Agent 可使用的工具清單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4813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或省略 = 所有工具。指定列表 = 僅能使用該些工具。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7680960" cy="868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148840"/>
            <a:ext cx="54864" cy="8686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16712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0" y="21671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21671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是否允許 runtime 自動選擇此 Agent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5328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True(預設) = 自動委派。False = 僅明確要求時啟用。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7680960" cy="868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200400"/>
            <a:ext cx="54864" cy="8686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186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0" y="32186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 (session 層級)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32186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Session 時預先選擇的 Agent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5844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在第一個 prompt 前就啟用指定 Agent。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11 課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實例：最小權限原則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868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54864" cy="8686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研究員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6276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僅能查看，不能修改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325880"/>
            <a:ext cx="3657600" cy="5486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3258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"tools": ["grep", "glob", "view"]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7680960" cy="868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240280"/>
            <a:ext cx="54864" cy="8686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編輯員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6791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可以修改檔案和執行指令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377440"/>
            <a:ext cx="3657600" cy="5486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377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"tools": ["view", "edit", "bash"]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291840"/>
            <a:ext cx="7680960" cy="868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291840"/>
            <a:ext cx="54864" cy="8686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91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 全權限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37307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可使用所有工具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429000"/>
            <a:ext cx="3657600" cy="5486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3429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"tools": None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206240"/>
            <a:ext cx="768096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206240"/>
            <a:ext cx="54864" cy="41148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20624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安全原則：給每個 Agent 僅所需的工具，避免過度授權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11 課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infer 控制自動選擇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828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infer: True (預設)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根據使用者意圖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自動委派給適合的 Agent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適合：常用 Agent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828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infer: False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20640" y="173736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僅在使用者明確要求時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才會啟用此 Agent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適合：危險操作的 Agent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預先選擇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703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agent=</a:t>
            </a:r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"researcher"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第一個 prompt 前就啟用指定 Agent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11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完整範例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749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custom_agents=[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"name": "researcher",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"description": "分析程式碼結構與安全問題",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"tools": </a:t>
            </a:r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["grep", "glob", "view"]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"prompt": "你是程式碼分析專家...",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"name": "editor",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"tools": </a:t>
            </a:r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["view", "edit", "bash"]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"prompt": "你是程式碼編輯專家...",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"name": "cleanup",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"tools": ["bash", "edit", "view"],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"infer": </a:t>
            </a:r>
            <a:pPr indent="0" marL="0">
              <a:buNone/>
            </a:pPr>
            <a:r>
              <a:rPr lang="en-US" sz="11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不自動選擇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11 課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運作流程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1280160" cy="82296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371600"/>
            <a:ext cx="128016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4173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提問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54480" y="137160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F58"/>
                </a:solidFill>
              </a:rPr>
              <a:t>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1371600"/>
            <a:ext cx="1280160" cy="82296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1371600"/>
            <a:ext cx="128016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14173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判斷意圖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0" y="137160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F58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371600"/>
            <a:ext cx="1280160" cy="82296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371600"/>
            <a:ext cx="128016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4173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選擇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(infer=True)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137160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F58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1371600"/>
            <a:ext cx="1280160" cy="82296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1371600"/>
            <a:ext cx="128016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4173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清單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137160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F58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75120" y="1371600"/>
            <a:ext cx="1280160" cy="822960"/>
          </a:xfrm>
          <a:prstGeom prst="rect">
            <a:avLst/>
          </a:prstGeom>
          <a:solidFill>
            <a:srgbClr val="161B22"/>
          </a:solidFill>
          <a:ln w="19050">
            <a:solidFill>
              <a:srgbClr val="39D2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1371600"/>
            <a:ext cx="1280160" cy="36576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14173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(僅用允許工具)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實際情境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1520" y="2880360"/>
            <a:ext cx="768096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2880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"請分析這段程式碼的安全問題"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97680" y="28803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researcher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2880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grep, glob, view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3383280"/>
            <a:ext cx="768096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383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"請修復 SQL Injection 漏洞"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97680" y="33832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editor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0" y="3383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view, edit, bash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1520" y="3886200"/>
            <a:ext cx="768096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3886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"請清理未使用的檔案"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97680" y="38862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cleanup (infer=False)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0" y="3886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不會自動選擇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11 課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限制 Agent 可用工具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 控制自動委派行為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預先選擇啟動 Agent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最小權限原則 = 安全第一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12 課：Agent 專屬 MCP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給每個 Agent 專屬的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工具服務器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C8CFF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「給每個 Agent 僅所需的工具 — 安全從權限開始」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11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11 課：Agent 工具範圍控制</dc:title>
  <dc:subject>PptxGenJS Presentation</dc:subject>
  <dc:creator>Claude</dc:creator>
  <cp:lastModifiedBy>Claude</cp:lastModifiedBy>
  <cp:revision>1</cp:revision>
  <dcterms:created xsi:type="dcterms:W3CDTF">2026-04-01T14:44:17Z</dcterms:created>
  <dcterms:modified xsi:type="dcterms:W3CDTF">2026-04-01T14:44:17Z</dcterms:modified>
</cp:coreProperties>
</file>