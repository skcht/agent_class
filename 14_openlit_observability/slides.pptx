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OpenLIT 可觀測性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計量、成本追蹤、效能監控 — 一站式儀表板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openlit.init(otlp_endpoint=...)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CopilotClient(SubprocessConfig(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telemetry={...}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架構概覽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228600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0"/>
            <a:ext cx="228600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417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openlit.init()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2560320"/>
            <a:ext cx="228600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560320"/>
            <a:ext cx="22860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606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CLI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TelemetryConfig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137160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256032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1645920"/>
            <a:ext cx="2560320" cy="1554480"/>
          </a:xfrm>
          <a:prstGeom prst="rect">
            <a:avLst/>
          </a:prstGeom>
          <a:solidFill>
            <a:srgbClr val="161B22"/>
          </a:solidFill>
          <a:ln w="25400">
            <a:solidFill>
              <a:srgbClr val="F088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25603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691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:4318 (OTLP)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1645920"/>
            <a:ext cx="548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1645920"/>
            <a:ext cx="2286000" cy="155448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645920"/>
            <a:ext cx="2286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6916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:3000 (Web UI)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雙層遠測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023360"/>
            <a:ext cx="36576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023360"/>
            <a:ext cx="45720" cy="45720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openlit.init() — 應用層 auto-instrumentation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4023360"/>
            <a:ext cx="36576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4023360"/>
            <a:ext cx="45720" cy="457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TelemetryConfig — SDK 層 CLI 子程序遠測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14 課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TelemetryConfig 欄位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45720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otlp_endpoint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10972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0972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HTTP 端點 URL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691640"/>
            <a:ext cx="45720" cy="5029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691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file_path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6916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691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JSON-lines 追蹤輸出檔案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28600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286000"/>
            <a:ext cx="45720" cy="5029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exporter_type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22860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286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"otlp-http" 或 "file"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288036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2880360"/>
            <a:ext cx="45720" cy="5029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880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source_name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2880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880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scope 名稱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47472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474720"/>
            <a:ext cx="45720" cy="50292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474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capture_content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34747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474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是否擷取 prompt / response 內容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14 課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可觀察指標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 LLM 呼叫的完整 span 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0" y="1097280"/>
            <a:ext cx="25603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用量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1600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/ completion / 總計 tokens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1097280"/>
            <a:ext cx="25603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1600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請求到回覆的時間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560320"/>
            <a:ext cx="256032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依據模型定價估算的 API 費用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56032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0" y="2560320"/>
            <a:ext cx="2560320" cy="3657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2900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失敗請求的比例與堆疊追蹤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開啟 http://localhost:3000 查看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14 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完整範例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749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CopilotClient, SubprocessConfig, PermissionHandler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 =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"http://127.0.0.1:4318"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應用層 auto-instrumentation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openlit.</a:t>
            </a:r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(otlp_endpoint=ENDPOINT)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SDK 層遠測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CopilotClient(SubprocessConfig(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telemetry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"otlp_endpoint":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"capture_content": </a:t>
            </a:r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"source_name":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"my-app"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照常使用 session，traces 自動送往 OpenLIT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14 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快速設定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11480" cy="41148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 OpenLIT (Docker)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444752"/>
            <a:ext cx="70408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44475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3000:3000 -p 4318:4318 openlit/openlit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安裝依賴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2221992"/>
            <a:ext cx="70408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22199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"github-copilot-sdk[telemetry]" openlit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411480" cy="41148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執行範例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2999232"/>
            <a:ext cx="70408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299923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520440"/>
            <a:ext cx="411480" cy="41148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開啟 Dashboard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371600" y="3776472"/>
            <a:ext cx="70408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377647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可能需要數秒後才會出現在 Dashboard 上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14 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雙層遠測：openlit + TelemetryConfig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OpenLIT Dashboard 一站式監控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/ Tokens / 延遲 / 成本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一行指令即可啟動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15 課：Langfuse 可觀測性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另一個熱門的 LLM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可觀測性平台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FB950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「看不見的 AI 操作，現在看得見」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14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14 課：OpenLIT LLM 可觀測性</dc:title>
  <dc:subject>PptxGenJS Presentation</dc:subject>
  <dc:creator>Claude</dc:creator>
  <cp:lastModifiedBy>Claude</cp:lastModifiedBy>
  <cp:revision>1</cp:revision>
  <dcterms:created xsi:type="dcterms:W3CDTF">2026-04-01T14:51:54Z</dcterms:created>
  <dcterms:modified xsi:type="dcterms:W3CDTF">2026-04-01T14:51:54Z</dcterms:modified>
</cp:coreProperties>
</file>