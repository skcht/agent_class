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408EC6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7A204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7A204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Streaming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即時串流輸出 — 逐 token 顯示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4709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03 課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核心概念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3840480" cy="8229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51560"/>
            <a:ext cx="54864" cy="822960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52728"/>
            <a:ext cx="411480" cy="411480"/>
          </a:xfrm>
          <a:prstGeom prst="ellipse">
            <a:avLst/>
          </a:prstGeom>
          <a:solidFill>
            <a:srgbClr val="408EC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52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串流模式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啟用 streaming=True，AI 回覆逐 token 即時傳送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3840480" cy="8229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51560"/>
            <a:ext cx="54864" cy="822960"/>
          </a:xfrm>
          <a:prstGeom prst="rect">
            <a:avLst/>
          </a:prstGeom>
          <a:solidFill>
            <a:srgbClr val="7A2048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252728"/>
            <a:ext cx="411480" cy="411480"/>
          </a:xfrm>
          <a:prstGeom prst="ellipse">
            <a:avLst/>
          </a:prstGeom>
          <a:solidFill>
            <a:srgbClr val="7A204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2527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增量文字事件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463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assistant.message_delta 每產生一小段文字就觸發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148840"/>
            <a:ext cx="3840480" cy="8229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148840"/>
            <a:ext cx="54864" cy="822960"/>
          </a:xfrm>
          <a:prstGeom prst="rect">
            <a:avLst/>
          </a:prstGeom>
          <a:solidFill>
            <a:srgbClr val="3D8B6E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350008"/>
            <a:ext cx="411480" cy="411480"/>
          </a:xfrm>
          <a:prstGeom prst="ellipse">
            <a:avLst/>
          </a:prstGeom>
          <a:solidFill>
            <a:srgbClr val="3D8B6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思考過程事件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assistant.reasoning_delta 取得模型思考過程片段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148840"/>
            <a:ext cx="3840480" cy="8229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2148840"/>
            <a:ext cx="54864" cy="822960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23" name="Shape 21"/>
          <p:cNvSpPr/>
          <p:nvPr/>
        </p:nvSpPr>
        <p:spPr>
          <a:xfrm>
            <a:off x="4937760" y="2350008"/>
            <a:ext cx="411480" cy="411480"/>
          </a:xfrm>
          <a:prstGeom prst="ellipse">
            <a:avLst/>
          </a:prstGeom>
          <a:solidFill>
            <a:srgbClr val="408EC6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完整回覆事件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assistant.message 在串流結束後觸發，包含完整回覆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3246120"/>
            <a:ext cx="3840480" cy="8229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3246120"/>
            <a:ext cx="54864" cy="822960"/>
          </a:xfrm>
          <a:prstGeom prst="rect">
            <a:avLst/>
          </a:prstGeom>
          <a:solidFill>
            <a:srgbClr val="7A2048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3447288"/>
            <a:ext cx="411480" cy="411480"/>
          </a:xfrm>
          <a:prstGeom prst="ellipse">
            <a:avLst/>
          </a:prstGeom>
          <a:solidFill>
            <a:srgbClr val="7A2048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即時顯示技巧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8016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print(end="", flush=True) 避免換行緩衝，實現逐字效果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54880" y="3246120"/>
            <a:ext cx="3840480" cy="8229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3246120"/>
            <a:ext cx="54864" cy="822960"/>
          </a:xfrm>
          <a:prstGeom prst="rect">
            <a:avLst/>
          </a:prstGeom>
          <a:solidFill>
            <a:srgbClr val="3D8B6E"/>
          </a:solidFill>
          <a:ln/>
        </p:spPr>
      </p:sp>
      <p:sp>
        <p:nvSpPr>
          <p:cNvPr id="35" name="Shape 33"/>
          <p:cNvSpPr/>
          <p:nvPr/>
        </p:nvSpPr>
        <p:spPr>
          <a:xfrm>
            <a:off x="4937760" y="3447288"/>
            <a:ext cx="411480" cy="411480"/>
          </a:xfrm>
          <a:prstGeom prst="ellipse">
            <a:avLst/>
          </a:prstGeom>
          <a:solidFill>
            <a:srgbClr val="3D8B6E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事件驅動架構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8640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session.on(callback) 註冊回呼，以事件驅動處理串流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0" y="4709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03 課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串流處理流程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28600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Client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並啟動連線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0" y="1417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28600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37560" y="1417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create_session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streaming=True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32120" y="14173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852160" y="1188720"/>
            <a:ext cx="228600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12344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1417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定義 on_event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回呼函式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852160" y="2743200"/>
            <a:ext cx="228600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2788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session.on()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註冊事件處理器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2971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246120" y="2743200"/>
            <a:ext cx="228600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46120" y="2788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session.send()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發送訊息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26080" y="2971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40080" y="2743200"/>
            <a:ext cx="2286000" cy="914400"/>
          </a:xfrm>
          <a:prstGeom prst="rect">
            <a:avLst/>
          </a:prstGeom>
          <a:solidFill>
            <a:srgbClr val="7A204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2788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 token 接收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message_delta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2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streaming=True → message_delta 逐字觸發 → 即時顯示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4709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03 課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程式碼重點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建立串流 Session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05156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71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await client.create_session(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model="claude-sonnet-4.6",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streaming=True,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on_permission_request=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PermissionHandler.approve_all,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處理增量文字（逐 token）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105156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3716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event_type == "assistant.message_delta":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event.data.delta_content or "",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end="", flush=True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處理最終完整回覆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3931920" cy="105156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0632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event_type == "assistant.message":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print("\n--- 完整回覆 ---")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print(event.data.content)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asyncio.Event 控制流程結束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971800"/>
            <a:ext cx="3931920" cy="105156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0632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 = asyncio.Event()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在 session.idle 事件中：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done.set()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主流程中：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done.wait()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4709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03 課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串流相關事件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何時觸發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assistant.message_delta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增量文字片段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每產生一小段文字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assistant.reasoning_delta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思考過程片段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模型支援時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assistant.message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完整最終回覆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無論是否串流，都會觸發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串流資料流向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3703320"/>
            <a:ext cx="14173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7033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send()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965960" y="3794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194560" y="3703320"/>
            <a:ext cx="1417320" cy="640080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9" name="Text 6"/>
          <p:cNvSpPr/>
          <p:nvPr/>
        </p:nvSpPr>
        <p:spPr>
          <a:xfrm>
            <a:off x="2194560" y="37033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message_delta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(逐 token)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11880" y="3794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40480" y="3703320"/>
            <a:ext cx="1417320" cy="640080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12" name="Text 9"/>
          <p:cNvSpPr/>
          <p:nvPr/>
        </p:nvSpPr>
        <p:spPr>
          <a:xfrm>
            <a:off x="3840480" y="37033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message_delta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(逐 token)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257800" y="3794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0" y="3703320"/>
            <a:ext cx="1417320" cy="640080"/>
          </a:xfrm>
          <a:prstGeom prst="rect">
            <a:avLst/>
          </a:prstGeom>
          <a:solidFill>
            <a:srgbClr val="7A2048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0" y="37033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(完整回覆)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903720" y="37947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08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132320" y="3703320"/>
            <a:ext cx="1417320" cy="640080"/>
          </a:xfrm>
          <a:prstGeom prst="rect">
            <a:avLst/>
          </a:prstGeom>
          <a:solidFill>
            <a:srgbClr val="3D8B6E"/>
          </a:solidFill>
          <a:ln/>
        </p:spPr>
      </p:sp>
      <p:sp>
        <p:nvSpPr>
          <p:cNvPr id="18" name="Text 15"/>
          <p:cNvSpPr/>
          <p:nvPr/>
        </p:nvSpPr>
        <p:spPr>
          <a:xfrm>
            <a:off x="7132320" y="37033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session.idle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0" y="4709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03 課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注意事項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54864" cy="731520"/>
          </a:xfrm>
          <a:prstGeom prst="rect">
            <a:avLst/>
          </a:prstGeom>
          <a:solidFill>
            <a:srgbClr val="7A204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143000"/>
            <a:ext cx="457200" cy="457200"/>
          </a:xfrm>
          <a:prstGeom prst="ellipse">
            <a:avLst/>
          </a:prstGeom>
          <a:solidFill>
            <a:srgbClr val="7A204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0058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必須加 end="" 和 flush=True，否則輸出被緩衝或自動換行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965960"/>
            <a:ext cx="54864" cy="731520"/>
          </a:xfrm>
          <a:prstGeom prst="rect">
            <a:avLst/>
          </a:prstGeom>
          <a:solidFill>
            <a:srgbClr val="3D8B6E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3D8B6E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1965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delta_content 可能為 None，需用 or "" 做防禦處理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926080"/>
            <a:ext cx="54864" cy="731520"/>
          </a:xfrm>
          <a:prstGeom prst="rect">
            <a:avLst/>
          </a:prstGeom>
          <a:solidFill>
            <a:srgbClr val="408EC6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3063240"/>
            <a:ext cx="457200" cy="457200"/>
          </a:xfrm>
          <a:prstGeom prst="ellipse">
            <a:avLst/>
          </a:prstGeom>
          <a:solidFill>
            <a:srgbClr val="408EC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29260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即使啟用串流，assistant.message 仍會在最後觸發，可取得完整回覆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8046720" cy="7315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886200"/>
            <a:ext cx="54864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023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38862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需透過 asyncio.Event 等待 session.idle，避免程式提前結束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709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03 課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408EC6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474720"/>
            <a:ext cx="2743200" cy="2743200"/>
          </a:xfrm>
          <a:prstGeom prst="ellipse">
            <a:avLst/>
          </a:prstGeom>
          <a:solidFill>
            <a:srgbClr val="7A2048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總結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啟用 streaming=True 搭配事件回呼，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即可逐 token 即時顯示 AI 回覆，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大幅提升使用者體驗。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2468880" cy="594360"/>
          </a:xfrm>
          <a:prstGeom prst="rect">
            <a:avLst/>
          </a:prstGeom>
          <a:solidFill>
            <a:srgbClr val="408EC6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00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streaming=True 啟用串流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3200400"/>
            <a:ext cx="2468880" cy="594360"/>
          </a:xfrm>
          <a:prstGeom prst="rect">
            <a:avLst/>
          </a:prstGeom>
          <a:solidFill>
            <a:srgbClr val="408EC6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3200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message_delta 逐字事件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3200400"/>
            <a:ext cx="2468880" cy="594360"/>
          </a:xfrm>
          <a:prstGeom prst="rect">
            <a:avLst/>
          </a:prstGeom>
          <a:solidFill>
            <a:srgbClr val="408EC6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32004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flush=True 即時輸出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47091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03 課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03 課 — Streaming</dc:title>
  <dc:subject>PptxGenJS Presentation</dc:subject>
  <dc:creator>Claude</dc:creator>
  <cp:lastModifiedBy>Claude</cp:lastModifiedBy>
  <cp:revision>1</cp:revision>
  <dcterms:created xsi:type="dcterms:W3CDTF">2026-04-01T13:45:27Z</dcterms:created>
  <dcterms:modified xsi:type="dcterms:W3CDTF">2026-04-01T13:45:27Z</dcterms:modified>
</cp:coreProperties>
</file>