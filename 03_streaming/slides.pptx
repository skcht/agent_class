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即時串流輸出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True — 逐 token 即時顯示 AI 回覆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70332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為什麼需要串流？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無串流 — 等完才看到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3200400" cy="320040"/>
          </a:xfrm>
          <a:prstGeom prst="rect">
            <a:avLst/>
          </a:prstGeom>
          <a:solidFill>
            <a:srgbClr val="484F5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等待中...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286000"/>
            <a:ext cx="3200400" cy="320040"/>
          </a:xfrm>
          <a:prstGeom prst="rect">
            <a:avLst/>
          </a:prstGeom>
          <a:solidFill>
            <a:srgbClr val="484F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286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等待中...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743200"/>
            <a:ext cx="3200400" cy="3200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完整回覆一次到位！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3秒 →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有串流 — 逐字出現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120640" y="1828800"/>
            <a:ext cx="914400" cy="274320"/>
          </a:xfrm>
          <a:prstGeom prst="rect">
            <a:avLst/>
          </a:prstGeom>
          <a:solidFill>
            <a:srgbClr val="3FB950">
              <a:alpha val="3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1828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robot...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20640" y="2212848"/>
            <a:ext cx="1828800" cy="274320"/>
          </a:xfrm>
          <a:prstGeom prst="rect">
            <a:avLst/>
          </a:prstGeom>
          <a:solidFill>
            <a:srgbClr val="3FB950">
              <a:alpha val="4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21284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a...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120640" y="2596896"/>
            <a:ext cx="2743200" cy="274320"/>
          </a:xfrm>
          <a:prstGeom prst="rect">
            <a:avLst/>
          </a:prstGeom>
          <a:solidFill>
            <a:srgbClr val="3FB950">
              <a:alpha val="6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259689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and...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120640" y="2980944"/>
            <a:ext cx="3200400" cy="274320"/>
          </a:xfrm>
          <a:prstGeom prst="rect">
            <a:avLst/>
          </a:prstGeom>
          <a:solidFill>
            <a:srgbClr val="3FB950">
              <a:alpha val="7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298094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完成！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120640" y="3474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立刻開始看到 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3840480"/>
            <a:ext cx="54864" cy="54864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84048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使用者體驗差異巨大：串流讓第一個字在 0.1 秒內出現，而不是等 3 秒才看到全部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如何啟用串流？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6400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280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只需要一個參數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6916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streaming=True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768096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432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</a:t>
            </a:r>
            <a:pPr indent="0" marL="0"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"claude-sonnet-4.6"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streaming=</a:t>
            </a:r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         </a:t>
            </a:r>
            <a:pPr indent="0" marL="0">
              <a:buNone/>
            </a:pPr>
            <a:r>
              <a:rPr lang="en-US" sz="13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← 就這行！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</a:t>
            </a:r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PermissionHandler.approve_all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其他部分與第 02 課完全相同 — 一樣用 session.on() 處理事件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串流相關事件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960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96012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assistant.message_delta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高頻率（每個 token）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536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每產生一小段文字就觸發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1828800"/>
            <a:ext cx="3474720" cy="256032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8288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event.data.delta_content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31720"/>
            <a:ext cx="7680960" cy="960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331720"/>
            <a:ext cx="54864" cy="9601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377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assistant.reasoning_delta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部分模型支援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679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模型思考過程的增量片段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05840" y="2971800"/>
            <a:ext cx="3474720" cy="256032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29718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event.data.delta_content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474720"/>
            <a:ext cx="7680960" cy="960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474720"/>
            <a:ext cx="54864" cy="9601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520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0" y="3520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每次回覆結束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822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完整最終回覆（無論是否串流）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05840" y="4114800"/>
            <a:ext cx="3474720" cy="256032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41148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event.data.content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delta_content 是增量片段，content 是完整回覆 — 兩者都會收到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事件處理器 — 核心程式碼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event_type = event.type.value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"assistant.message_delta"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逐 token 即時輸出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(event.data.delta_content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end="", flush=True)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"assistant.reasoning_delta"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思考過程（部分模型支援）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(f"[思考] {event.data.delta_content}"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end="", flush=True)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"assistant.message"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最終完整回覆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(event.data.content)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0" y="137160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1371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逐字顯示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思考過程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0" y="365760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完整回覆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0" y="1783080"/>
            <a:ext cx="201168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783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end=""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flush=True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串流體驗示意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32918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170432"/>
            <a:ext cx="137160" cy="137160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1170432"/>
            <a:ext cx="137160" cy="137160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1170432"/>
            <a:ext cx="137160" cy="1371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097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508760"/>
            <a:ext cx="7132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 串流輸出中...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 began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 began to stir...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完整回覆 ---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 began to stir the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 with surprising precision...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920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21488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0" y="23774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0" y="26060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0" y="28346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streaming=True 啟用串流模式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message_delta 提供逐 token 增量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reasoning_delta 顯示思考過程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print(end="", flush=True) 即時顯示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使用者的第一個字 0.1 秒內出現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04 課：自訂權限處理器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approve_all 進化到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選擇性允許/拒絕操作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883E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「第一個字在 0.1 秒內出現 — 這就是串流的魔力」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 03 課：即時串流輸出 — 逐 token 顯示</dc:title>
  <dc:subject>PptxGenJS Presentation</dc:subject>
  <dc:creator>Claude</dc:creator>
  <cp:lastModifiedBy>Claude</cp:lastModifiedBy>
  <cp:revision>1</cp:revision>
  <dcterms:created xsi:type="dcterms:W3CDTF">2026-04-01T14:16:13Z</dcterms:created>
  <dcterms:modified xsi:type="dcterms:W3CDTF">2026-04-01T14:16:13Z</dcterms:modified>
</cp:coreProperties>
</file>