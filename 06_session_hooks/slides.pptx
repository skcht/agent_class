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Hook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攞截與修改 AI 行為 — 在關鍵時刻插入自訂邏輯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"on_pre_tool_use"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guard,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"on_session_start"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init,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為什麼需要 Hook？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記錄日誌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每次工具執行前後自動 log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1188720"/>
            <a:ext cx="25603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修改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注入上下文、改寫使用者輸入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188720"/>
            <a:ext cx="256032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安全攞截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工具執行前檢查，拒絕危險操作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606040"/>
            <a:ext cx="25603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錯誤處理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自動重試、跳過或終止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60604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2606040"/>
            <a:ext cx="256032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統計分析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結束時產生摘要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606040"/>
            <a:ext cx="256032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6126480" y="2606040"/>
            <a:ext cx="2560320" cy="36576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動態設定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啟動時注入全域上下文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讓你在不修改 AI 邏輯的情況下，插入自訂行為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六種 Hook 總覽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45720" cy="4754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on_session_start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10972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啟動時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109728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additionalContext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664208"/>
            <a:ext cx="45720" cy="4754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66420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on_user_prompt_submitted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166420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使用者送出訊息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166420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modifiedPrompt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231136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231136"/>
            <a:ext cx="45720" cy="47548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23113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on_pre_tool_use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22311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工具執行前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23113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/ deny / ask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2798064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2798064"/>
            <a:ext cx="45720" cy="475488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79806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on_post_tool_use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279806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工具執行後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79806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additionalContext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364992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364992"/>
            <a:ext cx="45720" cy="475488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36499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on_session_end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0" y="336499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結束時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33649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sessionSummary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931920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3931920"/>
            <a:ext cx="45720" cy="47548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9319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on_error_occurred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97680" y="39319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錯誤發生時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39319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 / skip / abort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914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名稱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97680" y="914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觸發時機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5120" y="91440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可控制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hook 都是 async 函式，接收 (input_data, invocation)，回傳 dict 或 None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 觸發順序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645920"/>
            <a:ext cx="13716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0"/>
            <a:ext cx="1371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691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_start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1645920"/>
            <a:ext cx="13716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645920"/>
            <a:ext cx="13716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691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user_prompt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_submitted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11880" y="1645920"/>
            <a:ext cx="13716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645920"/>
            <a:ext cx="137160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691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pre_tool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_use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64592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94960" y="1645920"/>
            <a:ext cx="13716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2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645920"/>
            <a:ext cx="1371600" cy="36576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691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_use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06640" y="1645920"/>
            <a:ext cx="13716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FF7B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1645920"/>
            <a:ext cx="137160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1691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_end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16459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28800" y="2606040"/>
            <a:ext cx="4937760" cy="36576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2514600"/>
            <a:ext cx="36576" cy="128016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24" name="Shape 22"/>
          <p:cNvSpPr/>
          <p:nvPr/>
        </p:nvSpPr>
        <p:spPr>
          <a:xfrm>
            <a:off x="6729984" y="2514600"/>
            <a:ext cx="36576" cy="128016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可重複多次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200400"/>
            <a:ext cx="274320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2004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on_error_occurred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可在任何階段觸發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三種情境範例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4251960"/>
            <a:ext cx="256032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251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純文字問答: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0" y="4251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→ prompt → end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566160" y="4251960"/>
            <a:ext cx="256032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0" y="4251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工具使用: 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4251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→ prompt → pre → post → end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0" y="4251960"/>
            <a:ext cx="256032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4251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危險攞截: 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0" y="4251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→ prompt → pre(deny!) → end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重點：修改 Prompt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on_user_prompt_submitted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1031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on_user_prompt_submitted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(input_data, invocation):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original = input_data["prompt"]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在 prompt 前面加上上下文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modified =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f"[Context: Python dev] {original}"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{"modifiedPrompt": modified}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欄位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105156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033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3703320"/>
            <a:ext cx="105156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37033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3703320"/>
            <a:ext cx="105156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37033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欄位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3703320"/>
            <a:ext cx="123444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703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modifiedPrompt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3703320"/>
            <a:ext cx="123444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703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additionalContext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0" y="3703320"/>
            <a:ext cx="123444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3703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suppressOutput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 None 表示不做任何干預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重點：工具安全門衛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on_pre_tool_use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on_pre_tool_use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(input_data, invocation):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tool_name = input_data.get("toolName")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tool_input = input_data.get("toolInput", "")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攞截危險的 shell 指令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tool_name == "shell"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"rm "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tool_input: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"permissionDecision": </a:t>
            </a:r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"deny"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"permissionDecisionReason": </a:t>
            </a:r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"Blocked"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三種決定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24688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931920"/>
            <a:ext cx="45720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931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"allow"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3931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允許執行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931920"/>
            <a:ext cx="24688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3931920"/>
            <a:ext cx="45720" cy="5029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3931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"deny"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931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拒絕執行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24688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3931920"/>
            <a:ext cx="45720" cy="5029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931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"ask"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3931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詢問使用者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註冊 Hook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ALL_HOOKS =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"on_session_start"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on_session_start,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"on_user_prompt_submitted"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on_user_prompt_submitted,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"on_pre_tool_use"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on_pre_tool_use,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"on_post_tool_use"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on_post_tool_use,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"on_session_end"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on_session_end,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"on_error_occurred"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on_error_occurred,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hooks=</a:t>
            </a:r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ALL_HOOKS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將 hook dict 傳入 create_session 的 hooks 參數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錯誤處理 Hook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on_error_occurred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on_error_occurred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(input_data, invocation):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 = input_data.get("error")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recoverable = input_data.get("recoverable", False)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{"errorHandling": "skip"}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三種錯誤處理策略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383280"/>
            <a:ext cx="45720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"retry"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重試操作（可搭配 retryCount）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適合：網路逾時、暂時性錯誤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931920"/>
            <a:ext cx="45720" cy="4572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931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"skip"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931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跳過錯誤，繼續執行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適合：非關鍵操作失敗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480560"/>
            <a:ext cx="45720" cy="45720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480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"abort"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終止 Session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4480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適合：不可恢復的嚴重錯誤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六種 Hook 涵蓋 Session 全生命週期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 Prompt、攞截工具、處理錯誤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dict 傳入 create_session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 dict 控制行為，None 不干預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07 課：MCP 伺服器整合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MCP 協定讓 AI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存取外部服務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8A6FF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「Hook 讓你在不改 AI 的情況下，控制 AI 的行為」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06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06 課：Session Hook — 攔截與修改行為</dc:title>
  <dc:subject>PptxGenJS Presentation</dc:subject>
  <dc:creator>Claude</dc:creator>
  <cp:lastModifiedBy>Claude</cp:lastModifiedBy>
  <cp:revision>1</cp:revision>
  <dcterms:created xsi:type="dcterms:W3CDTF">2026-04-01T14:27:22Z</dcterms:created>
  <dcterms:modified xsi:type="dcterms:W3CDTF">2026-04-01T14:27:22Z</dcterms:modified>
</cp:coreProperties>
</file>