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自訂工具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@define_tool + Pydantic — 讓 AI 呼叫你寫的 Python 函式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(description="...")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"28°C, 多雲"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為什麼需要自訂工具？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無自訂工具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只能用內建工具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無法存取你的 API / 資料庫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無法執行特定業務邏輯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有自訂工具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可以呼叫你寫的函式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查天氣、查資料庫、呼叫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無限擴充 Agent 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運作流程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13716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使用者提問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860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356616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判斷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566160"/>
            <a:ext cx="1371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呼叫你的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自訂函式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3566160"/>
            <a:ext cx="137160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函式回傳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56616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566160"/>
            <a:ext cx="13716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566160"/>
            <a:ext cx="1371600" cy="36576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組合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最終回覆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定義工具四步驟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定義參數結構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46304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463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WeatherParams(BaseModel):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str = Field(description="...")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裝飾器 + async 函式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233172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23317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@define_tool(description="...")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get_weather(params):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函式回傳 str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71600" y="320040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2004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"28°C, 多雲"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傳入 create_session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71600" y="4069080"/>
            <a:ext cx="7040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0690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tools=[get_weather, calculator]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模型必須定義在模組層級（不能在函式內）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Pydantic 參數模型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天氣查詢工具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WeatherParams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city: </a:t>
            </a:r>
            <a:pPr indent="0" marL="0">
              <a:buNone/>
            </a:pPr>
            <a:r>
              <a:rPr lang="en-US" sz="12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Field(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name"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011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計算機工具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CalculatorParams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(BaseModel):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expression: </a:t>
            </a:r>
            <a:pPr indent="0" marL="0">
              <a:buNone/>
            </a:pPr>
            <a:r>
              <a:rPr lang="en-US" sz="12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Field(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"Math expression"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重點解析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基礎類別，自動驗證型別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Field(description=...)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看得到的參數說明，決定如何傳值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型別注解 str/int/float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知道該傳什麼型別的值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2-3 — 裝飾器 + 函式實作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6858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current weather for a city"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get_weather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(params: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WeatherParams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weather_data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"Taipei": "28°C, 多雲",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"Tokyo":  "22°C, 晴天",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weather_data.get(params.city,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"查無資料"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@define_tool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description=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"Evaluate a math expression"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(params: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CalculatorParams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安全過濾字元後計算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(params.expression)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00584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AI 看到的說明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必須 async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回傳 str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— 傳入 Session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"claude-sonnet-4.6"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</a:t>
            </a:r>
            <a:pPr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[get_weather, calculator]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傳入你定義的工具列表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 Import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41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pydantic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BaseModel, Field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CopilotClient, PermissionHandler, define_tool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工具選項與注意事項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工具選項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skip_permission=True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執行時不觸發權限提示，適合安全的工具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240280"/>
            <a:ext cx="45720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overrides_built_in_tool=True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5328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覆蓋內建工具，換成你的實作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模型必須定義在模組層級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不能放在 async def 內部，否則 SDK 無法識別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函式必須是 async，回傳必須是 str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160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即使是數字結果也要轉成 str(result)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決定 AI 何時呼叫工具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寫清楚功能說明，AI 才會在正確時機使用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 定義參數結構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@define_tool 裝飾 async 函式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tools=[...] 傳入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自動判斷何時呼叫工具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06 課：Session Hook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AI 行為前後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插入你的自訂邏輯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FB95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「讓 AI 呼叫你寫的 Python 函式 — 無限擴充 Agent 能力」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05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05 課：自訂工具 — @define_tool + Pydantic</dc:title>
  <dc:subject>PptxGenJS Presentation</dc:subject>
  <dc:creator>Claude</dc:creator>
  <cp:lastModifiedBy>Claude</cp:lastModifiedBy>
  <cp:revision>1</cp:revision>
  <dcterms:created xsi:type="dcterms:W3CDTF">2026-04-01T14:23:24Z</dcterms:created>
  <dcterms:modified xsi:type="dcterms:W3CDTF">2026-04-01T14:23:24Z</dcterms:modified>
</cp:coreProperties>
</file>