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持久化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斷線後恢復 — 保留對話上下文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create_session(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session_id="my-id"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保留資料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 = resume_session("my-id")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為什麼需要持久化？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長時間任務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任務執行到一半，使用者需要離開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稍後回來繼續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程式重啟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 crash 或重新部署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恢復先前的對話狀態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保留上下文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記得之前說過的內容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不需要重新提供背景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持久化流程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(保留資料)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8912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484F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...稍後...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9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(恢復)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315200" y="3566160"/>
            <a:ext cx="274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3566160"/>
            <a:ext cx="1188720" cy="685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5661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繼續對話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 API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" cy="4754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create_session(session_id="...")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60720" y="10972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建立具名 Session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64208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64208"/>
            <a:ext cx="45720" cy="475488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6420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session.disconnect()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6642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中斷但保留磁碟資料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31136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31136"/>
            <a:ext cx="45720" cy="475488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23113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client.resume_session("my-id", ...)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223113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恢復 Session（需再次提供 on_permission_request）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798064"/>
            <a:ext cx="45720" cy="4754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79806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client.list_sessions()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79806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列出所有 Session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64992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364992"/>
            <a:ext cx="45720" cy="4754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3649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client.get_last_session_id()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36499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取得最近的 Session ID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7680960" cy="4754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31920"/>
            <a:ext cx="45720" cy="475488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9319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client.delete_session("my-id")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9319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永久刪除 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resume_session 的第二個參數必須包含 on_permission_request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階段一：建立與中斷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743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=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"tutorial-persistence-demo"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建立具名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session_id=</a:t>
            </a:r>
            <a:pPr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on_permission_request=PermissionHandler.approve_all,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對話：讓 AI 記住資訊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session.send_and_wait("Remember: my name is Alice")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中斷（資料保留在磁碟）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840480"/>
            <a:ext cx="54864" cy="5486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disconnect() ≠ 刪除。資料保留在磁碟，可以稍後 resume。僅 delete_session() 才會永久刪除。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階段二：恢復與驗證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恢復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 =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pPr indent="0" marL="0">
              <a:buNone/>
            </a:pPr>
            <a:r>
              <a:rPr lang="en-US" sz="12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resume_session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PermissionHandler.approve_all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驗證：AI 記得之前的內容！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resumed.send_and_wait("What is my name?")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回覆：「Your name is Alice」 → 上下文已恢復！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清理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</a:t>
            </a:r>
            <a:pPr indent="0" marL="0">
              <a:buNone/>
            </a:pPr>
            <a:r>
              <a:rPr lang="en-US" sz="1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delete_session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(SESSION_ID)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輔助 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4069080"/>
            <a:ext cx="45720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list_sessions()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列出所有 session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4069080"/>
            <a:ext cx="45720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get_last_session_id()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118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最近的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069080"/>
            <a:ext cx="24688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4069080"/>
            <a:ext cx="45720" cy="45720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40690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delete_session(id)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429768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永久刪除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重點整理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858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是靈魂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0972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ID 就無法 resume。給每個重要的 session 一個有意義的名稱。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≠ delete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920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保留資料，delete 永久刪除。用完記得清理。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43200"/>
            <a:ext cx="54864" cy="6858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需要重新提供權限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7432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on_permission_request 不會被持久化，每次 resume 都要再傳一次。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768096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66160"/>
            <a:ext cx="54864" cy="685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66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上下文自動恢復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0" y="35661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記得之前的對話內容，不需要重新提供背景資訊。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建立具名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保留、resume 恢復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get_last / delete 管理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自動恢復對話上下文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課：自訂 Agent 角色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 AI 不同的人設和專注領域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8CFF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「離開再回來，對話不會斷」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09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09 課：Session 持久化 — 斷線後恢復</dc:title>
  <dc:subject>PptxGenJS Presentation</dc:subject>
  <dc:creator>Claude</dc:creator>
  <cp:lastModifiedBy>Claude</cp:lastModifiedBy>
  <cp:revision>1</cp:revision>
  <dcterms:created xsi:type="dcterms:W3CDTF">2026-04-01T14:38:53Z</dcterms:created>
  <dcterms:modified xsi:type="dcterms:W3CDTF">2026-04-01T14:38:53Z</dcterms:modified>
</cp:coreProperties>
</file>