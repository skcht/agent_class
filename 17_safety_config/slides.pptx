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安全設定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Agent 關在資料夾裡 — 三層防護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working_directory=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"/sandbox"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on_pre_tool_use: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check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on_permission_request: </a:t>
            </a:r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 shell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approve_all 的風險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54864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approve_all = 把主機的鑰匙全交給 AI，它可以讀寫整台機器的任何檔案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/home/user/my-project/src/app.py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74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你期望的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774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/home/user/.ssh/id_rsa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偷看 SSH Key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88036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8803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880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/etc/nginx/nginx.conf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改壞系統設定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38328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3832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383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 /home/user/another-project/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刪掉別的專案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4023360"/>
            <a:ext cx="54864" cy="54864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0233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核心問題：如何讓 Agent 只能在指定的資料夾內操作？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17 課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三層防護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8686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298448"/>
            <a:ext cx="411480" cy="41148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98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working_directory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Agent 的工作目錄（軟限制）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157276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僅設 CWD，無法阻擋絕對路徑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148840"/>
            <a:ext cx="54864" cy="86868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2350008"/>
            <a:ext cx="411480" cy="411480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on_pre_tool_use hook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強制檢查路徑，拒絕越界操作（硬限制）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核心防護，用 abspath 防止 ../ 穿越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200400"/>
            <a:ext cx="54864" cy="8686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3401568"/>
            <a:ext cx="411480" cy="41148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 + system_message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依操作類型過濾 + 軟性邊界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45920" y="367588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 shell、告訴 AI 邊界在哪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20624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206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多層組合 — 即使單一層被突破，其他層仍然有效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17 課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 1 層：working_directory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</a:t>
            </a:r>
            <a:pPr indent="0" marL="0">
              <a:buNone/>
            </a:pPr>
            <a:r>
              <a:rPr lang="en-US" sz="13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working_directory=</a:t>
            </a:r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"/home/user/my-project"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560320"/>
            <a:ext cx="54864" cy="54864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603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working_directory 只是設 CWD，它不會阻止 Agent 用絕對路徑跨到外面！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working_directory vs hook 路徑檢查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絕對路徑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無法阻擋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一律檢查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 穿越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無法阻擋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abspath 解析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指令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在該目錄執行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可檢查內容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17 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 2 層：路徑檢查 Hook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017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ALLOWED_DIR = os.path.abspath(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"/home/user/my-project"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is_path_allowed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(path):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resolved = os.path.</a:t>
            </a:r>
            <a:pPr indent="0" marL="0">
              <a:buNone/>
            </a:pPr>
            <a:r>
              <a:rPr lang="en-US" sz="11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abspath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(path)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resolved.startswith(ALLOWED_DIR + os.sep)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on_pre_tool_use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(input_data, invocation):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tool_name = input_data.get("toolName")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tool_name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("read", "write", "edit"):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is_path_allowed(tool_input):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{"permissionDecision":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"deny"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路徑解析範例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/my-project/src/app.py </a:t>
            </a:r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  </a:t>
            </a:r>
            <a:pPr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/my-project/../.ssh/id_rsa → /home/.ssh/id_rsa </a:t>
            </a:r>
            <a:pPr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  </a:t>
            </a:r>
            <a:pPr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/etc/passwd </a:t>
            </a:r>
            <a:pPr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17 課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 3 層：權限 + 系統訊息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5720" cy="18288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on_permission_request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== "shell":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denied-by-rules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完全禁止 shell = 最安全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97280"/>
            <a:ext cx="45720" cy="182880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system_message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"你只能操作 /sandbox 內的檔案。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不要嘗試存取此目錄以外。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不要刪除檔案。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修改前先讀取確認。"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組合效果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45720" cy="2560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66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working_directory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35661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 CWD → 相對路徑基準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858768"/>
            <a:ext cx="45720" cy="256032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58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on_pre_tool_use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38587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abspath 檢查 → 阻擋絕對路徑 + ../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151376"/>
            <a:ext cx="45720" cy="25603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1513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415137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 shell → 阻擋任意指令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443984"/>
            <a:ext cx="45720" cy="256032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4439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system_message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44439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 AI 主動越界機率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17 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危險指令攞截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DANGEROUS_PATTERNS =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"rm -rf", "rm -r ", "rmdir", "del /s",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"format ", "mkfs", "dd if=", "&gt; /dev/",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"DROP TABLE", "DROP DATABASE",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":(){",  # fork bomb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on_pre_tool_use hook 中，檢查 shell 指令是否包含這些 pattern，有則立即 deny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三個範例情境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256032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611880"/>
            <a:ext cx="25603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6484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1: 基本 Sandbox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內讀寫✓，越界被攞截✗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3611880"/>
            <a:ext cx="256032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3611880"/>
            <a:ext cx="25603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36484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2: 路徑穿越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977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 嘗試離開被 abspath 攞截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3611880"/>
            <a:ext cx="256032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3611880"/>
            <a:ext cx="2560320" cy="3657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6484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3: 完整防護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3977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三層全開，最安全設定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17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working_directory 單獨不夠安全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on_pre_tool_use + abspath = 核心防護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可完全禁止 shell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多層防護 = 縱深防禦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18 課：Agent 記憶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Hooks + Events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實作跨 Session 記憶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FB950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「信任 AI，但要把它關在籠子裡」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17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17 課：安全設定 — working_directory</dc:title>
  <dc:subject>PptxGenJS Presentation</dc:subject>
  <dc:creator>Claude</dc:creator>
  <cp:lastModifiedBy>Claude</cp:lastModifiedBy>
  <cp:revision>1</cp:revision>
  <dcterms:created xsi:type="dcterms:W3CDTF">2026-04-01T15:02:18Z</dcterms:created>
  <dcterms:modified xsi:type="dcterms:W3CDTF">2026-04-01T15:02:18Z</dcterms:modified>
</cp:coreProperties>
</file>