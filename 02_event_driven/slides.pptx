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408EC6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7A204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Event-Driven Messages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事件驅動訊息 — send() + session.on()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核心概念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51560"/>
            <a:ext cx="54864" cy="822960"/>
          </a:xfrm>
          <a:prstGeom prst="rect">
            <a:avLst/>
          </a:prstGeom>
          <a:solidFill>
            <a:srgbClr val="408EC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252728"/>
            <a:ext cx="411480" cy="411480"/>
          </a:xfrm>
          <a:prstGeom prst="ellipse">
            <a:avLst/>
          </a:prstGeom>
          <a:solidFill>
            <a:srgbClr val="408EC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52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非阻塞送出 send()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送出問題後立刻返回，程式繼續執行，不會凍住等 AI 回覆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51560"/>
            <a:ext cx="54864" cy="82296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0" y="1252728"/>
            <a:ext cx="411480" cy="411480"/>
          </a:xfrm>
          <a:prstGeom prst="ellipse">
            <a:avLst/>
          </a:prstGeom>
          <a:solidFill>
            <a:srgbClr val="7A2048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52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事件處理器 session.on()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註冊 callback 函式，AI 有回覆或狀態變化時自動通知你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148840"/>
            <a:ext cx="54864" cy="822960"/>
          </a:xfrm>
          <a:prstGeom prst="rect">
            <a:avLst/>
          </a:prstGeom>
          <a:solidFill>
            <a:srgbClr val="3D8B6E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350008"/>
            <a:ext cx="411480" cy="411480"/>
          </a:xfrm>
          <a:prstGeom prst="ellipse">
            <a:avLst/>
          </a:prstGeom>
          <a:solidFill>
            <a:srgbClr val="3D8B6E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350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asyncio.Event 同步機制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8016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done.set() 讓主迴圈知道 AI 已回覆完畢，可以收工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14884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754880" y="2148840"/>
            <a:ext cx="54864" cy="822960"/>
          </a:xfrm>
          <a:prstGeom prst="rect">
            <a:avLst/>
          </a:prstGeom>
          <a:solidFill>
            <a:srgbClr val="408EC6"/>
          </a:solidFill>
          <a:ln/>
        </p:spPr>
      </p:sp>
      <p:sp>
        <p:nvSpPr>
          <p:cNvPr id="23" name="Shape 21"/>
          <p:cNvSpPr/>
          <p:nvPr/>
        </p:nvSpPr>
        <p:spPr>
          <a:xfrm>
            <a:off x="4937760" y="2350008"/>
            <a:ext cx="411480" cy="411480"/>
          </a:xfrm>
          <a:prstGeom prst="ellipse">
            <a:avLst/>
          </a:prstGeom>
          <a:solidFill>
            <a:srgbClr val="408EC6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350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unsubscribe 取消訂閱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session.on() 回傳取消函式，用完後呼叫避免記憶體洩漏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24612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246120"/>
            <a:ext cx="54864" cy="82296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3447288"/>
            <a:ext cx="411480" cy="411480"/>
          </a:xfrm>
          <a:prstGeom prst="ellipse">
            <a:avLst/>
          </a:prstGeom>
          <a:solidFill>
            <a:srgbClr val="7A2048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 vs send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801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 阻塞整個程式；send + 事件讓你即時掌控全程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事件驅動流程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34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session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417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46120" y="1234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3756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session.on()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註冊事件處理器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32120" y="1417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852160" y="118872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0" y="1234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非阻塞送出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852160" y="2743200"/>
            <a:ext cx="2286000" cy="914400"/>
          </a:xfrm>
          <a:prstGeom prst="rect">
            <a:avLst/>
          </a:prstGeom>
          <a:solidFill>
            <a:srgbClr val="7A2048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52160" y="2788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主迴圈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執行背景工作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32120" y="29718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246120" y="274320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246120" y="2788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收到事件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 AI 回覆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26080" y="29718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" y="274320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2788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unsubscribe()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結束連線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371600" y="3931920"/>
            <a:ext cx="6400800" cy="4572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7" name="Text 25"/>
          <p:cNvSpPr/>
          <p:nvPr/>
        </p:nvSpPr>
        <p:spPr>
          <a:xfrm>
            <a:off x="1371600" y="3931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send() 不等回覆 → 主迴圈持續運作 → 事件通知結果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程式碼重點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註冊事件處理器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371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on_event(event):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event_type = event.type.value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event_type == "assistant.message":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answer = event.data.content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event_type == "session.idle":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done.set()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非阻塞送出 + 背景工作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371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session.send(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 3 Python web frameworks."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not done.is_set():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bg_count +=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asyncio.sleep(0.5)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訂閱與取消訂閱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063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unsubscribe = session.on(on_event)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使用完畢後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unsubscribe()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send_and_wait（阻塞）vs send（非阻塞）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3063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阻塞 — 程式凍住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await session.send_and_wait(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"問題"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非阻塞 — 立刻返回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session.send("問題")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send_and_wait vs send + 事件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功能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send_and_wait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+ 事件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看到工具呼叫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只拿到最終結果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即時通知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中途介入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程式凍住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可用 steering 介入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逐字輸出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不支援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assistant.message_delta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錯誤即時處理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等到最後才知道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馬上收到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進度回報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只能顯示「請等待」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即時顯示 AI 在做什麼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常用事件類型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035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事件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8E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何時觸發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8EC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assistant.message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回覆完成（包含完整內容）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session.idle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所有處理完成，session 閒置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注意事項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05840"/>
            <a:ext cx="54864" cy="73152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143000"/>
            <a:ext cx="457200" cy="457200"/>
          </a:xfrm>
          <a:prstGeom prst="ellipse">
            <a:avLst/>
          </a:prstGeom>
          <a:solidFill>
            <a:srgbClr val="7A204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005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開發一律用 send + 事件，send_and_wait 只適合一問一答的簡單腳本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965960"/>
            <a:ext cx="54864" cy="731520"/>
          </a:xfrm>
          <a:prstGeom prst="rect">
            <a:avLst/>
          </a:prstGeom>
          <a:solidFill>
            <a:srgbClr val="3D8B6E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3D8B6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19659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事件處理器用完後務必呼叫 unsubscribe()，避免記憶體洩漏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26080"/>
            <a:ext cx="54864" cy="731520"/>
          </a:xfrm>
          <a:prstGeom prst="rect">
            <a:avLst/>
          </a:prstGeom>
          <a:solidFill>
            <a:srgbClr val="408EC6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063240"/>
            <a:ext cx="457200" cy="457200"/>
          </a:xfrm>
          <a:prstGeom prst="ellipse">
            <a:avLst/>
          </a:prstGeom>
          <a:solidFill>
            <a:srgbClr val="408EC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29260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send() 本身是 await，但只等「送出」完成，不等 AI 回覆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886200"/>
            <a:ext cx="54864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0233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54480" y="3886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asyncio.Event 作為主迴圈結束訊號，避免無限等待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914400"/>
            <a:ext cx="3200400" cy="3200400"/>
          </a:xfrm>
          <a:prstGeom prst="ellipse">
            <a:avLst/>
          </a:prstGeom>
          <a:solidFill>
            <a:srgbClr val="408EC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3474720"/>
            <a:ext cx="2743200" cy="2743200"/>
          </a:xfrm>
          <a:prstGeom prst="ellipse">
            <a:avLst/>
          </a:prstGeom>
          <a:solidFill>
            <a:srgbClr val="7A2048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總結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send() 非阻塞送出問題、session.on() 接收事件通知，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讓程式在等 AI 的同時繼續執行背景工作，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這是開發 Agent 的必備模式。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2468880" cy="594360"/>
          </a:xfrm>
          <a:prstGeom prst="rect">
            <a:avLst/>
          </a:prstGeom>
          <a:solidFill>
            <a:srgbClr val="408EC6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00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send() 不阻塞程式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3200400"/>
            <a:ext cx="2468880" cy="594360"/>
          </a:xfrm>
          <a:prstGeom prst="rect">
            <a:avLst/>
          </a:prstGeom>
          <a:solidFill>
            <a:srgbClr val="408EC6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3200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session.on() 接收即時事件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3200400"/>
            <a:ext cx="2468880" cy="594360"/>
          </a:xfrm>
          <a:prstGeom prst="rect">
            <a:avLst/>
          </a:prstGeom>
          <a:solidFill>
            <a:srgbClr val="408EC6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3200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unsubscribe() 防止洩漏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 02 課 — Event-Driven Messages</dc:title>
  <dc:subject>PptxGenJS Presentation</dc:subject>
  <dc:creator>Claude</dc:creator>
  <cp:lastModifiedBy>Claude</cp:lastModifiedBy>
  <cp:revision>1</cp:revision>
  <dcterms:created xsi:type="dcterms:W3CDTF">2026-04-01T13:42:51Z</dcterms:created>
  <dcterms:modified xsi:type="dcterms:W3CDTF">2026-04-01T13:42:51Z</dcterms:modified>
</cp:coreProperties>
</file>