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事件驅動訊息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+ session.on() — 非阻塞式 AI 對話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47472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session.send(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session.on(on_event)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程式繼續跑，不等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send_and_wait 的限制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程式送出問題後完全凍住，直到 AI 回完才能做下一件事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send_and_wait — 程式凍住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session.send_and_wait("...")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AI 回完之前，以下程式碼完全不會執行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768096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29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send — 送出後立刻返回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session.send("...")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立刻執行到這裡，AI 回覆會透過事件通知你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兩種模式的差異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— 你是瞇子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你的程式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send_and_wait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828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(凍住)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讀檔案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(凍住)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呼叫工具 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(凍住)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 B 出錯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最終回覆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幾分鐘後才看到結果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+ 事件 — 掌控全程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你的程式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1828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tool.executing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讀檔案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tool.executing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9516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呼叫工具 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tool.executing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 B 出錯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message_delta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組合結果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session.idle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即時看到每一步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功能對照表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1234440"/>
            <a:ext cx="27432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28803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send_and_wait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234440"/>
            <a:ext cx="274320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+ 事件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看到工具呼叫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80360" y="1737360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只拿到最終結果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737360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即時通知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276856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27685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中途介入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80360" y="2276856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2768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程式凍住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2276856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2768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steering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8163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逐字輸出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80360" y="2816352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2816352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message_delta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3355848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355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錯誤即時處理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80360" y="3355848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33558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等到最後才知道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0" y="3355848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33558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馬上收到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895344"/>
            <a:ext cx="20116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38953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進度回報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80360" y="3895344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38953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只能顯示「請等待」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0" y="3895344"/>
            <a:ext cx="27432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38953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即時顯示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617720"/>
            <a:ext cx="54864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46177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適合一問一答的簡單腳本。Agent 開發一律用 send + 事件。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事件處理模式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註冊事件處理器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 = session.on(callback)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4572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194560"/>
            <a:ext cx="54864" cy="822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事件發生時自動呼叫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event.type.value == "assistant.message":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45720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200400"/>
            <a:ext cx="54864" cy="8229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用完後取消訂閱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常用事件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164592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1645920"/>
            <a:ext cx="45720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assistant.message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9019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回覆完成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28600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0" y="228600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session.idle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2542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所有處理完成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292608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0" y="2926080"/>
            <a:ext cx="45720" cy="5029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29260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assistant.message_delta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182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逐字輸出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566160"/>
            <a:ext cx="301752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3566160"/>
            <a:ext cx="45720" cy="5029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tool.executing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38221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程式碼實戰 — 事件回呼與背景工作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= asyncio.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event_type = event.type.value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"assistant.message"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 = event.data.content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"session.idle"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done.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 = session.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(on_event)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非阻塞送出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("Name 3 Python web frameworks...")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程式沒凍住，同時做背景工作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done.is_set():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print("⚙️  背景工作...")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asyncio.sleep(0.5)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280160"/>
            <a:ext cx="0" cy="73152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事件處理器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3017520"/>
            <a:ext cx="0" cy="36576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非阻塞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0" y="3749040"/>
            <a:ext cx="0" cy="45720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背景工作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執行結果示意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61872"/>
            <a:ext cx="137160" cy="13716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261872"/>
            <a:ext cx="137160" cy="13716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261872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7315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送出問題（send 立刻返回，不等回覆）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⚙️  背景工作 #1（AI 還在想...）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⚙️  背景工作 #2（AI 還在想...）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⚙️  背景工作 #3（AI 還在想...）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AI 回覆: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Flask, Django, and FastAPI are three popular...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等 AI 的期間，程式同時完成了 3 次背景工作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過程中收到的事件: ['assistant.message', 'session.idle']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32004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20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證明程式沒有凍住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非阻塞送出，程式繼續跑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session.on() 註冊事件回呼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unsubscribe() 用完後取消訂閱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開發一律用事件驅動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03 課：即時串流輸出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從事件驅動進化到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 token 即時顯示的體驗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「程式不該凍住等 AI — 讓事件告訴你結果」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02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02 課：事件驅動訊息 — send() + session.on()</dc:title>
  <dc:subject>PptxGenJS Presentation</dc:subject>
  <dc:creator>Claude</dc:creator>
  <cp:lastModifiedBy>Claude</cp:lastModifiedBy>
  <cp:revision>1</cp:revision>
  <dcterms:created xsi:type="dcterms:W3CDTF">2026-04-01T14:12:13Z</dcterms:created>
  <dcterms:modified xsi:type="dcterms:W3CDTF">2026-04-01T14:12:13Z</dcterms:modified>
</cp:coreProperties>
</file>