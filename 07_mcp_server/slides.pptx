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07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MCP 伺服器整合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讓 AI 連接外部工具服務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mcp_servers =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"filesystem"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"local"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"fetch"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 { </a:t>
            </a:r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"type": "remote"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 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什麼是 MCP？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7223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一個標準協定，讓 AI agent 連接外部工具服務器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架構概念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58A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14630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 Python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2377440"/>
            <a:ext cx="182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1031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BC8C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2377440"/>
            <a:ext cx="14630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13" name="Text 11"/>
          <p:cNvSpPr/>
          <p:nvPr/>
        </p:nvSpPr>
        <p:spPr>
          <a:xfrm>
            <a:off x="21031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0" y="2377440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9319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3FB9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31920" y="2377440"/>
            <a:ext cx="14630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7" name="Text 15"/>
          <p:cNvSpPr/>
          <p:nvPr/>
        </p:nvSpPr>
        <p:spPr>
          <a:xfrm>
            <a:off x="39319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(工具服務器)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94960" y="2377440"/>
            <a:ext cx="822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</a:rPr>
              <a:t>↔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17920" y="2377440"/>
            <a:ext cx="1463040" cy="914400"/>
          </a:xfrm>
          <a:prstGeom prst="rect">
            <a:avLst/>
          </a:prstGeom>
          <a:solidFill>
            <a:srgbClr val="161B22"/>
          </a:solidFill>
          <a:ln w="25400">
            <a:solidFill>
              <a:srgbClr val="F088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377440"/>
            <a:ext cx="14630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242316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外部服務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(API/DB/FS)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566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為什麼用 MCP？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977640"/>
            <a:ext cx="246888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標準化協定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 AI 可共用同一個工具服務器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8" name="Shape 26"/>
          <p:cNvSpPr/>
          <p:nvPr/>
        </p:nvSpPr>
        <p:spPr>
          <a:xfrm>
            <a:off x="3474720" y="3977640"/>
            <a:ext cx="246888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29" name="Text 27"/>
          <p:cNvSpPr/>
          <p:nvPr/>
        </p:nvSpPr>
        <p:spPr>
          <a:xfrm>
            <a:off x="35661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生態系豐富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661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上有大量現成 MCP Server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3977640"/>
            <a:ext cx="2468880" cy="59436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Shape 30"/>
          <p:cNvSpPr/>
          <p:nvPr/>
        </p:nvSpPr>
        <p:spPr>
          <a:xfrm>
            <a:off x="6217920" y="3977640"/>
            <a:ext cx="246888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本地或雲端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4251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本地或 HTTP 遠端皆可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兩種 MCP 類型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"local" (stdio)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啟動本地子程序，透過 stdin/stdout 通訊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本地工具，如檔案系統、Git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設定欄位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例：npx @modelcontextprotocol/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server-filesystem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393192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"remote" (HTTP)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737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運作方式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9659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HTTP/SSE 連接遠端服務器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3774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適用場景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雲端服務，如 API Gateway、SaaS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30175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設定欄位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32918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84F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例：https://router.mcp.so/sse/fetch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MCP — 檔案系統服務器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926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with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client.create_session(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model="claude-sonnet-4.6",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on_permission_request=PermissionHandler.approve_all,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mcp_servers={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"filesystem"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"type": </a:t>
            </a:r>
            <a:pPr indent="0" marL="0">
              <a:buNone/>
            </a:pPr>
            <a:r>
              <a:rPr lang="en-US" sz="12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"command":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"npx"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"args": </a:t>
            </a:r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["-y", "@modelcontextprotocol/server-filesystem", work_dir]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"tools": </a:t>
            </a:r>
            <a:pPr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["*"]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             </a:t>
            </a:r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暴露所有工具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pPr indent="0" marL="0">
              <a:buNone/>
            </a:pPr>
            <a:r>
              <a:rPr lang="en-US" sz="12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023360"/>
            <a:ext cx="54864" cy="5029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023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-y 自動安裝並執行 MCP server。工具名稱由 server 提供，AI 自動發現可用工具。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Remote MCP — 遠端服務器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mcp_servers={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"fetch"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"url": </a:t>
            </a:r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"https://router.mcp.so/sse/fetch"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"tools": </a:t>
            </a:r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["*"]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Local 的差異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0" y="3840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"remote"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連接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0" y="4133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 + args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41330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 + headers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425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0" y="4425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需要 Node.js/npx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0" y="442569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僅需網路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設定參考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"mcp_servers"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"server_name"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"type"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"local" | "remote",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local 專用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"command"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"npx",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"args"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["..."],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remote 專用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"url"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 "https://...",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"headers"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{...},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共用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"tools"</a:t>
            </a:r>
            <a:pPr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["*"],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["*"] 暴露所有工具，或指定 ["read_file", "list_dir"] 限制工具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前置需求與注意事項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前置需求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508760"/>
            <a:ext cx="45720" cy="5029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50876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github-copilot-sdk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0" y="15087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SDK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768096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48840"/>
            <a:ext cx="45720" cy="5029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14884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--version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214884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npx（local MCP 需要）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注意事項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33375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-y 旗標可自動安裝套件，省去手動安裝步驟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的工具名稱由 server 定義，AI 會自動發現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可同時連接多個 MCP server，各給不同名稱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["*"] 暴露所有工具，或指定特定工具名稱限制範圍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是 AI 工具服務器的標準協定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(stdio) vs remote (HTTP)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mcp_servers dict 傳入 session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生態系有大量現成 server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08 課：自帶 API Key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換成 OpenAI / Azure /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的模型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0883E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「MCP 讓 AI 的能力不再受限於內建工具」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07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07 課：MCP 伺服器整合</dc:title>
  <dc:subject>PptxGenJS Presentation</dc:subject>
  <dc:creator>Claude</dc:creator>
  <cp:lastModifiedBy>Claude</cp:lastModifiedBy>
  <cp:revision>1</cp:revision>
  <dcterms:created xsi:type="dcterms:W3CDTF">2026-04-01T14:30:49Z</dcterms:created>
  <dcterms:modified xsi:type="dcterms:W3CDTF">2026-04-01T14:30:49Z</dcterms:modified>
</cp:coreProperties>
</file>