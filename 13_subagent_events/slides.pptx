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Sub-Agent 事件監控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即時追蹤 Agent 委派、執行、完成狀態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subagent.selected 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Agent 被選定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subagent.started  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開始執行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subagent.completed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成功完成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Sub-Agent 生命週期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" y="1463040"/>
            <a:ext cx="118872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463040"/>
            <a:ext cx="118872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15087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使用者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18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▶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54480" y="1463040"/>
            <a:ext cx="118872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1463040"/>
            <a:ext cx="118872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5087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分析意圖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1463040"/>
            <a:ext cx="18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0" y="1463040"/>
            <a:ext cx="118872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1463040"/>
            <a:ext cx="118872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15087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0" y="1463040"/>
            <a:ext cx="18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1463040"/>
            <a:ext cx="118872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463040"/>
            <a:ext cx="118872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15087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0" y="1463040"/>
            <a:ext cx="18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1463040"/>
            <a:ext cx="118872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39D2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1463040"/>
            <a:ext cx="1188720" cy="36576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15087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failed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146304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23760" y="1463040"/>
            <a:ext cx="118872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0" y="1463040"/>
            <a:ext cx="118872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5" name="Text 23"/>
          <p:cNvSpPr/>
          <p:nvPr/>
        </p:nvSpPr>
        <p:spPr>
          <a:xfrm>
            <a:off x="7223760" y="15087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deselected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五種事件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31520" y="2834640"/>
            <a:ext cx="45720" cy="29260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28346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subagent.selected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840480" y="28346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選定 agent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0" y="28346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agent_name, tools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31520" y="3182112"/>
            <a:ext cx="45720" cy="2926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31821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subagent.started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840480" y="318211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開始執行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0" y="31821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tool_call_id, agent_name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1520" y="3529584"/>
            <a:ext cx="45720" cy="292608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352958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subagent.completed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840480" y="35295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成功完成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00800" y="35295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tool_call_id, agent_name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31520" y="3877056"/>
            <a:ext cx="45720" cy="292608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38770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subagent.failed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840480" y="387705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發生錯誤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00800" y="387705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tool_call_id, error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31520" y="4224528"/>
            <a:ext cx="45720" cy="292608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44" name="Text 42"/>
          <p:cNvSpPr/>
          <p:nvPr/>
        </p:nvSpPr>
        <p:spPr>
          <a:xfrm>
            <a:off x="914400" y="42245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subagent.deselected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840480" y="42245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切換離開 agent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400800" y="42245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13 課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應用場景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143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 UI 狀態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顯示「程式碼研究員正在工作...」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讓使用者知道哪個 Agent 在執行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143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執行時間追蹤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508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記錄每個 Agent 的執行時間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找出效能瓶頸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3931920" cy="1143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468880"/>
            <a:ext cx="3931920" cy="3657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542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錯誤處理與重試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880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subagent.failed 觸發時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自動重試或通知使用者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468880"/>
            <a:ext cx="3931920" cy="1143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2468880"/>
            <a:ext cx="393192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542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活動日誌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880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記錄所有 Agent 的成功/失敗率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用於分析和改進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13 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AgentTracker 實作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749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AgentTracker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handle_event(self, event):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event_type = event.type.value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event_type ==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"subagent.selected"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name = event.data.agent_display_name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event_type ==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"subagent.started"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self.active_agents[call_id]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"start_time": time.time()}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event_type == </a:t>
            </a:r>
            <a:pPr indent="0" marL="0">
              <a:buNone/>
            </a:pPr>
            <a:r>
              <a:rPr lang="en-US" sz="11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"subagent.completed"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elapsed = time.time() - start_time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self.history.append({...})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event_type == 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"subagent.failed"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error = event.data.error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13 課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使用方式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tracker = AgentTracker()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訂閱事件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</a:t>
            </a:r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(tracker.handle_event)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送出任務，tracker 自動追蹤 agent 活動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session.send_and_wait("請分析程式碼...")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輸出範例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6118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[選定] Agent: 程式碼研究員 (工具: grep, glob, view)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[啟動] 程式碼研究員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[完成] 程式碼研究員 (2.3s)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[取消選定] 回到 parent agent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13 課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活動摘要報告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print_summary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print(f"共 {len(self.history)} 次 sub-agent 呼叫")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self.history: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status = "OK"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entry["status"] == "completed"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</a:t>
            </a:r>
            <a:pPr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"FAIL"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  - {name}: {status} ({time:.1f}s)")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活動摘要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共 2 次 sub-agent 呼叫: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程式碼研究員: OK (2.3s)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程式碼編輯員: OK (1.8s)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可延伸應用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297680"/>
            <a:ext cx="246888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4297680"/>
            <a:ext cx="45720" cy="3200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297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即時進度條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4297680"/>
            <a:ext cx="246888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3474720" y="4297680"/>
            <a:ext cx="45720" cy="3200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4297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效能儀表板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4297680"/>
            <a:ext cx="246888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4297680"/>
            <a:ext cx="45720" cy="32004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4297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失敗重試機制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13 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種 sub-agent 生命週期事件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session.on() 訂閱即可監控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AgentTracker 追蹤執行時間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建構即時監控與活動日誌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課：OpenLIT 可觀測性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計量、成本追蹤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與效能監控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3B341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「知道 Agent 在做什麼 — 即時監控是控制的第一步」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13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13 課：Sub-Agent 事件監控</dc:title>
  <dc:subject>PptxGenJS Presentation</dc:subject>
  <dc:creator>Claude</dc:creator>
  <cp:lastModifiedBy>Claude</cp:lastModifiedBy>
  <cp:revision>1</cp:revision>
  <dcterms:created xsi:type="dcterms:W3CDTF">2026-04-01T14:49:32Z</dcterms:created>
  <dcterms:modified xsi:type="dcterms:W3CDTF">2026-04-01T14:49:32Z</dcterms:modified>
</cp:coreProperties>
</file>