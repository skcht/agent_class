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Langfuse 可觀測性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手動事件映射 — 完全控制 LLM 追蹤粒度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session.on(tracer.handle_event)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SDK events → Langfuse traces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generations + tool spans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Langfuse 核心物件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1097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一次完整互動的追蹤紀錄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每個使用者問題一條 trace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76809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874520"/>
            <a:ext cx="54864" cy="6400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874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1874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內的執行區段，可巢狀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1874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span、turn span、tool span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651760"/>
            <a:ext cx="54864" cy="6400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651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0" y="2651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專用 span，記錄 model/tokens/cost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2651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 LLM 回覆一個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429000"/>
            <a:ext cx="76809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429000"/>
            <a:ext cx="54864" cy="64008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429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43200" y="34290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時間點事件，無持續時間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3429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記錄錯誤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15 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事件 → Langfuse 映射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事件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0" y="10058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物件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10058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記錄內容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76809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34440"/>
            <a:ext cx="45720" cy="38404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2344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user.message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0" y="12344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span + trace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0" y="1234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trace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1709928"/>
            <a:ext cx="76809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709928"/>
            <a:ext cx="45720" cy="38404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709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turn_start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0" y="17099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 span (子 span)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0" y="170992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LLM turn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2185416"/>
            <a:ext cx="76809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185416"/>
            <a:ext cx="45720" cy="384048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1854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 → message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0" y="218541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 (合併)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21854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tokens + cost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2660904"/>
            <a:ext cx="76809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2660904"/>
            <a:ext cx="45720" cy="38404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266090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tool.start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74720" y="26609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span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26609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工具名稱、參數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1520" y="3136392"/>
            <a:ext cx="76809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3136392"/>
            <a:ext cx="45720" cy="384048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1363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tool.complete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74720" y="31363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span.end()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0" y="31363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成功/失敗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1520" y="3611880"/>
            <a:ext cx="76809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3611880"/>
            <a:ext cx="45720" cy="384048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3611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session.idle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74720" y="36118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span.end()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0" y="36118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完成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" y="4160520"/>
            <a:ext cx="54864" cy="45720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8" name="Text 36"/>
          <p:cNvSpPr/>
          <p:nvPr/>
        </p:nvSpPr>
        <p:spPr>
          <a:xfrm>
            <a:off x="1005840" y="41605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合併策略：usage 先到時暫存 model/tokens/cost，message 到達時合併建立 generation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15 課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Trace 結構示意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user.message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1234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建立 trace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turn-0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5087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span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17830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├── usage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7830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暫存 token 用量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20574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├── message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2057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2331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└── turn_end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606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tool:bash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2606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span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tool:bash (complete)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28803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span.end()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3154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turn-1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31546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第二個 turn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45920" y="34290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├── usage → message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3429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3703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└── turn_end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39776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session.idle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3977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trace 完成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15 課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LangfuseTracer 核心程式碼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749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user.message → 建立 trace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trace_id = Langfuse.create_trace_id()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langfuse.start_span(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name="copilot-request", input=prompt,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trace_context={"trace_id": trace_id})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root.update_trace(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user_id="kuan6"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turn_start → 子 span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 = root.start_span(name="turn-0")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usage + message → generation（合併）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 = turn.start_observation(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name="llm-call", </a:t>
            </a:r>
            <a:pPr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as_type="generation"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model=usage["model"], output=content,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usage_details={</a:t>
            </a:r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"input": 100, "output": 50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gen.end()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session.idle → trace 完成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root.end()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langfuse.</a:t>
            </a:r>
            <a:pPr indent="0" marL="0">
              <a:buNone/>
            </a:pPr>
            <a:r>
              <a:rPr lang="en-US" sz="10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</a:t>
            </a:r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必呼叫！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15 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使用方式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1031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langfuse = Langfuse(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public_key="pk-lf-...", secret_key="sk-lf-...",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host="https://cloud.langfuse.com"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tracer = LangfuseTracer(langfuse, 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session_id="demo"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user_id="kuan6"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session.on(tracer.handle_event)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照常使用 session，traces 自動建立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可觀察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45720" cy="2743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3840480"/>
            <a:ext cx="45720" cy="2743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3840480"/>
            <a:ext cx="45720" cy="2743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用量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187952"/>
            <a:ext cx="45720" cy="27432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187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4187952"/>
            <a:ext cx="45720" cy="2743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4187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4187952"/>
            <a:ext cx="45720" cy="27432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4187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15 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OpenLIT vs Langfuse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194560" cy="3657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" name="Shape 2"/>
          <p:cNvSpPr/>
          <p:nvPr/>
        </p:nvSpPr>
        <p:spPr>
          <a:xfrm>
            <a:off x="3017520" y="1051560"/>
            <a:ext cx="2743200" cy="3657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1051560"/>
            <a:ext cx="2560320" cy="3657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OpenLIT (第 14 課)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Langfuse (本課)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21945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520" y="1463040"/>
            <a:ext cx="274320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5852160" y="1463040"/>
            <a:ext cx="256032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463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協定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08960" y="1463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/ OpenTelemetry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1463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自有 SDK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1920240"/>
            <a:ext cx="21945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3017520" y="1920240"/>
            <a:ext cx="274320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5"/>
          <p:cNvSpPr/>
          <p:nvPr/>
        </p:nvSpPr>
        <p:spPr>
          <a:xfrm>
            <a:off x="5852160" y="1920240"/>
            <a:ext cx="256032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19202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整合方式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08960" y="1920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TelemetryConfig 自動收集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19202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events 手動映射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377440"/>
            <a:ext cx="21945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3017520" y="2377440"/>
            <a:ext cx="274320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2160" y="2377440"/>
            <a:ext cx="256032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23774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控制粒度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108960" y="2377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自動（CLI 內部操作）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23774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完全自訂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2834640"/>
            <a:ext cx="21945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Shape 26"/>
          <p:cNvSpPr/>
          <p:nvPr/>
        </p:nvSpPr>
        <p:spPr>
          <a:xfrm>
            <a:off x="3017520" y="2834640"/>
            <a:ext cx="274320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9" name="Shape 27"/>
          <p:cNvSpPr/>
          <p:nvPr/>
        </p:nvSpPr>
        <p:spPr>
          <a:xfrm>
            <a:off x="5852160" y="2834640"/>
            <a:ext cx="256032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2834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額外功能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108960" y="2834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metrics、成本分析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28346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evaluations、prompt mgmt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3291840"/>
            <a:ext cx="21945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4" name="Shape 32"/>
          <p:cNvSpPr/>
          <p:nvPr/>
        </p:nvSpPr>
        <p:spPr>
          <a:xfrm>
            <a:off x="3017520" y="3291840"/>
            <a:ext cx="274320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5" name="Shape 33"/>
          <p:cNvSpPr/>
          <p:nvPr/>
        </p:nvSpPr>
        <p:spPr>
          <a:xfrm>
            <a:off x="5852160" y="3291840"/>
            <a:ext cx="256032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3291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108960" y="3291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 Docker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0" y="3291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Langfuse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OpenLIT</a:t>
            </a:r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快速上手，自動收集     </a:t>
            </a:r>
            <a:pPr algn="ctr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完全控制，LLM 語意層級追蹤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15 課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events → Langfuse traces 映射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/ Span / Generation / Event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+ message 合併策略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flush() 程式結束前必呼叫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16 課：上下文管理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infinite_sessions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處理長對話的上下文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8A6FF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「手動映射 = 完全控制 — 你決定追蹤什麼」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15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15 課：Langfuse LLM 可觀測性</dc:title>
  <dc:subject>PptxGenJS Presentation</dc:subject>
  <dc:creator>Claude</dc:creator>
  <cp:lastModifiedBy>Claude</cp:lastModifiedBy>
  <cp:revision>1</cp:revision>
  <dcterms:created xsi:type="dcterms:W3CDTF">2026-04-01T14:54:43Z</dcterms:created>
  <dcterms:modified xsi:type="dcterms:W3CDTF">2026-04-01T14:54:43Z</dcterms:modified>
</cp:coreProperties>
</file>