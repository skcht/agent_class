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>
              <a:gd name="adj" fmla="val 11111"/>
            </a:avLst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 World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最小可運行範例 — Client 生命週期與 send_and_wait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session.send_and_wait("...")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 CLI 到程式化控制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0"/>
            <a:ext cx="18288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Python 程式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828800"/>
            <a:ext cx="18288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18288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18288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828800"/>
            <a:ext cx="18288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182880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讓你用 Python 程式碼控制 GitHub Copilot，不再只能手動操作 CLI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自動化流程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用程式控制 AI 對話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可組合性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118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與現有系統整合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即時回應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串流、事件、回呼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六步完整生命週期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建立客戶端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73352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client.start()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CLI 子程序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203704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03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57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1579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建立對話 Session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6883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6883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送出訊息，等待回覆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26440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中斷 Session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client.stop()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 CLI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2249424"/>
            <a:ext cx="0" cy="1335024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249424"/>
            <a:ext cx="13716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3584448"/>
            <a:ext cx="13716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505456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自動管理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使用 async with 可自動處理 disconnect()，不需手動呼叫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開始之前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CLI 已安裝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31089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必須先安裝在系統上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安裝 Python SDK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1089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Python 3.10+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⊳ 執行範例：  </a:t>
            </a:r>
            <a:pPr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 — main.py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51560" y="1005840"/>
            <a:ext cx="0" cy="3566160"/>
          </a:xfrm>
          <a:prstGeom prst="line">
            <a:avLst/>
          </a:prstGeom>
          <a:noFill/>
          <a:ln w="6350">
            <a:solidFill>
              <a:srgbClr val="484F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05840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建立客戶端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client.start()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建立 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on_permission_request=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3. 送出訊息並等待回覆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2+2? Reply in one sentence."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(f"AI 回覆: {response.data.content}")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停止客戶端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client.stop()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逐段解析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143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188720"/>
            <a:ext cx="3749040" cy="960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188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CopilotClient()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client.start()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20640" y="1170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建立與啟動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149047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SDK 客戶端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Copilot CLI 子程序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7680960" cy="1508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50008"/>
            <a:ext cx="54864" cy="1508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441448"/>
            <a:ext cx="3749040" cy="1325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44144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await client.create_session(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on_permission_request=...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session: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session.send_and_wait(...)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對話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31089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create_session 建立對話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阻塞等待回覆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確保自動 disconnect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68496"/>
            <a:ext cx="768096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68496"/>
            <a:ext cx="54864" cy="10972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059936"/>
            <a:ext cx="374904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05993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client.stop()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4041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4361688"/>
            <a:ext cx="310896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釋放所有資源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 CLI 子程序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四個必記重點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365760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on_permission_request 是必填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session 都必須提供權限處理器，沒有預設值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09160" y="1234440"/>
            <a:ext cx="36576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PermissionHandler.approve_all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最簡單的選擇：允許所有操作，適合開發測試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36576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async with 自動管理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自動呼叫 disconnect()，即使發生例外也能正確清理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65760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3017520"/>
            <a:ext cx="36576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Import 路徑是 copilot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copilot import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copilot_sdk，別寫錯！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CopilotClient 是一切的起點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send_and_wait() 是最簡單的互動方式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自動管理 session 生命週期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是必填參數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 30 行程式碼，就能控制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02 課：事件驅動訊息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從阻塞式 send_and_wait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進化到非同步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send() + on()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「只要 30 行程式碼，就能讓 AI 為你工作」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01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01 課：Hello World — Copilot SDK 最小可運行範例</dc:title>
  <dc:subject>PptxGenJS Presentation</dc:subject>
  <dc:creator>Claude</dc:creator>
  <cp:lastModifiedBy>Claude</cp:lastModifiedBy>
  <cp:revision>1</cp:revision>
  <dcterms:created xsi:type="dcterms:W3CDTF">2026-04-01T14:08:11Z</dcterms:created>
  <dcterms:modified xsi:type="dcterms:W3CDTF">2026-04-01T14:08:11Z</dcterms:modified>
</cp:coreProperties>
</file>