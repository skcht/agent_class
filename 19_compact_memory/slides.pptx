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19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結構化記憶壓縮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借鏡 Claude Code 的 Compact Prompt 設計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&lt;analysis&gt; AI 思考過程 &lt;/analysis&gt;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&lt;summary&gt;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做了什麼  2. 關鍵事實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錯誤修復  4. 下一步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&lt;/summary&gt;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自由格式 vs 結構化摘要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18 課：「請用 2-3 句話總結」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錯誤修復常被省略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待辦事項通常不提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品質不穩定，每次不同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檔名、技術細節常丟失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本課：Compact Prompt 結構化 4 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0" y="17373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錯誤修復專屬段落記錄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下一步永遠有建議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結構化約束，品質穩定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關鍵事實必定被保留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四段式摘要結構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1965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977640"/>
            <a:ext cx="196596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01421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做了什麼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3977640"/>
            <a:ext cx="1965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2606040" y="3977640"/>
            <a:ext cx="196596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401421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關鍵事實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977640"/>
            <a:ext cx="1965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3977640"/>
            <a:ext cx="196596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401421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錯誤修復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03720" y="3977640"/>
            <a:ext cx="196596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6903720" y="3977640"/>
            <a:ext cx="196596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4014216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下一步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19 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&lt;analysis&gt; + &lt;summary&gt;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先思考再回答 — 提升摘要品質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164592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&lt;analysis&gt;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草稿區 — AI 整理思路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asked about FastAPI...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422 error was due to missing...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used PostgreSQL with...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2788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不存入記憶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1645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371600"/>
            <a:ext cx="54864" cy="164592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173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9D2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&lt;summary&gt;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正式報告 — 結構化 4 段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做了什麼: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關鍵事實: FastAPI, PostgreSQL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錯誤修復: 422 → 加 response_model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下一步: 加入認證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2788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存入記憶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處理流程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192024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566160"/>
            <a:ext cx="192024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3611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94560" y="356616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68880" y="3566160"/>
            <a:ext cx="192024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3566160"/>
            <a:ext cx="192024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3" name="Text 21"/>
          <p:cNvSpPr/>
          <p:nvPr/>
        </p:nvSpPr>
        <p:spPr>
          <a:xfrm>
            <a:off x="2468880" y="3611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輸出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summary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356616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566160"/>
            <a:ext cx="192024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566160"/>
            <a:ext cx="192024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611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format()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剥除 analysis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 summary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83680" y="356616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58000" y="3566160"/>
            <a:ext cx="1920240" cy="82296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0" y="3566160"/>
            <a:ext cx="19202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36118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memory.json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19 課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9 段 vs 本課 4 段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5943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188720"/>
            <a:ext cx="365760" cy="36576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0972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accomplished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0" y="10972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合併原版 1, 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82880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1828800"/>
            <a:ext cx="54864" cy="594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92024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18288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8288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合併原版 2, 3, 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560320"/>
            <a:ext cx="54864" cy="5943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2651760"/>
            <a:ext cx="365760" cy="36576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2560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and fixes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2560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保留原版 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29184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291840"/>
            <a:ext cx="54864" cy="59436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3383280"/>
            <a:ext cx="365760" cy="36576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54480" y="32918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3291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合併原版 7, 8, 9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任務型 Agent 不需要記住「使用者的每句話」— 只需知道做了什麼、什麼重要、接下來做什麼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19 課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進階：獨立 Session + 便宜模型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74320" y="1188720"/>
            <a:ext cx="320040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0"/>
            <a:ext cx="320040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344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主對話 Session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claude-sonnet-4.6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(強模型)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收集對話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紀錄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06240" y="137160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84F58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3716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2344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摘要 Session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gpt-5.4-mini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(便宜、快速)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為什麼用獨立 Session？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256032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246120"/>
            <a:ext cx="256032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91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模型成本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摘要不需要強模型，用便宜的就夠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3246120"/>
            <a:ext cx="256032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3246120"/>
            <a:ext cx="256032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3291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風險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send_and_wait 預設 60 秒，摘要可能超時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3246120"/>
            <a:ext cx="2560320" cy="6858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0" y="3246120"/>
            <a:ext cx="256032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3291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非阻塞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0" y="3566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send() + 事件監聽，不卡住主流程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690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</a:t>
            </a:r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(prompt)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非阻塞送出，事件監聽等結果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19 課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核心函式對照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(本課)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0" y="10058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(TS)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234440"/>
            <a:ext cx="54864" cy="5943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3444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get_compact_prompt()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23444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getCompactPrompt()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53619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組合 compact prompt（含對話紀錄）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965960"/>
            <a:ext cx="54864" cy="5943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96596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format_compact_summary()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0" y="196596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formatCompactSummary()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22677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剥除 analysis、提取 summary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69748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2697480"/>
            <a:ext cx="54864" cy="5943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69748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build_continuation_message()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269748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getCompactUserSummaryMessage()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299923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包裝成下次 session 的上下文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429000"/>
            <a:ext cx="768096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3429000"/>
            <a:ext cx="54864" cy="59436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429000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summarize_conversation()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3429000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37307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 session + 便宜模型做摘要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4348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除錯導向: "重點記錄錯誤訊息和修復步驟"   </a:t>
            </a:r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個人化: "重點記錄使用者的個人資訊和偏好"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19 課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format_compact_summary()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format_compact_summary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(raw_summary):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raw_summary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剥除 analysis（草稿不保留）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re.sub(r"&lt;analysis&gt;[\s\S]*?&lt;/analysis&gt;", "", result)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提取 summary 內容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 = re.search(r"&lt;summary&gt;([\s\S]*?)&lt;/summary&gt;", result)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f"Summary:\n{match.group(1).strip()}"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3. 清理多餘空行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re.sub(r"\n\n+", "\n\n", result).strip()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build_continuation_message()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033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"This session is being continued from a previous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conversation that ran out of context...\n"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f"{formatted}\n"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"Continue the conversation from where it left off."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19 課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Prompt 結構化 4 段摘要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&lt;analysis&gt; 思考 + &lt;summary&gt; 輸出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剥除草稿、提取精華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獨立 session + 便宜模型省成本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系列完成！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828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 19 課完整涵蓋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240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SDK Python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從入門到進階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715000" y="2834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 (1-4) → 工具 (5-8)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(9-13) → 可觀測 (14-15)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進階 (16-19)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「結構化的記憶 = 更聯明的 Agent」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19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19 課：結構化記憶壓縮 — Compact Prompt</dc:title>
  <dc:subject>PptxGenJS Presentation</dc:subject>
  <dc:creator>Claude</dc:creator>
  <cp:lastModifiedBy>Claude</cp:lastModifiedBy>
  <cp:revision>1</cp:revision>
  <dcterms:created xsi:type="dcterms:W3CDTF">2026-04-01T15:10:18Z</dcterms:created>
  <dcterms:modified xsi:type="dcterms:W3CDTF">2026-04-01T15:10:18Z</dcterms:modified>
</cp:coreProperties>
</file>