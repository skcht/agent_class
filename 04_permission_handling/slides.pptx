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自訂權限處理器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選擇性允許/拒絕 — 從 approve_all 進化到細粒度控管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0" y="3474720"/>
            <a:ext cx="384048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3566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== "read"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== "shell"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denied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== "write"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denied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為什麼不能一直用 approve_all？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926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PermissionHandler.approve_all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教學和測試用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AI 可以執行任何 shell 指令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AI 可以寫入/刪除任何檔案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AI 可以存取任何 URL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零安全控制 = 零信任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2926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自訂權限處理器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正式環境必用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 → 允許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423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寫入 → 拒絕或審核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2834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→ 拒絕或白名單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細粒度控制 = 安全第一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297680"/>
            <a:ext cx="54864" cy="36576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on_permission_request 是每個 session 的必填參數 — 沒有預設值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04 課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權限請求類型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request.kind.value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74904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25880"/>
            <a:ext cx="45720" cy="59436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441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"shell"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344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風險: 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6184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 shell 指令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374904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057400"/>
            <a:ext cx="45720" cy="59436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07568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0756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風險: 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3500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寫入檔案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788920"/>
            <a:ext cx="374904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788920"/>
            <a:ext cx="45720" cy="5943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8072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"read"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28072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風險: 低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081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讀取檔案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520440"/>
            <a:ext cx="374904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520440"/>
            <a:ext cx="45720" cy="59436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538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"mcp"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35387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風險: 中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38130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 MCP 工具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1325880"/>
            <a:ext cx="374904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1325880"/>
            <a:ext cx="45720" cy="59436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13441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"custom-tool"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1344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風險: 中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16184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呼叫自訂工具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057400"/>
            <a:ext cx="374904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Shape 28"/>
          <p:cNvSpPr/>
          <p:nvPr/>
        </p:nvSpPr>
        <p:spPr>
          <a:xfrm>
            <a:off x="4846320" y="2057400"/>
            <a:ext cx="45720" cy="59436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207568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"url"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06640" y="20756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風險: 中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23500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存取 URL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2788920"/>
            <a:ext cx="374904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5" name="Shape 33"/>
          <p:cNvSpPr/>
          <p:nvPr/>
        </p:nvSpPr>
        <p:spPr>
          <a:xfrm>
            <a:off x="4846320" y="2788920"/>
            <a:ext cx="45720" cy="5943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28072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"memory"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406640" y="28072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風險: 低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3081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存取記憶體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46320" y="3520440"/>
            <a:ext cx="374904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0" name="Shape 38"/>
          <p:cNvSpPr/>
          <p:nvPr/>
        </p:nvSpPr>
        <p:spPr>
          <a:xfrm>
            <a:off x="4846320" y="3520440"/>
            <a:ext cx="45720" cy="5943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3538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"hook"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406640" y="35387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風險: 低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0" y="38130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 hook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04 課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回傳值 — 三種決定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PermissionRequestResult(kind=...)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9144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"approved"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允許執行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7190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可以執行該操作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993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例：讀取檔案、安全的工具呼叫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768096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468880"/>
            <a:ext cx="54864" cy="9144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"denied-interactively-by-user"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2514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使用者明確拒絕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816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會嘗試其他方法或告知無法執行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0906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例：使用者不允許的檔案寫入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566160"/>
            <a:ext cx="54864" cy="91440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"denied-by-rules"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被規則拒絕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9136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會知道這是系統限制，不會重試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1879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例：安全政策禁止的 shell 指令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04 課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權限處理流程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463040" cy="91440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146304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373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要執行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94560" y="1645920"/>
            <a:ext cx="1463040" cy="91440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1645920"/>
            <a:ext cx="146304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7373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權限請求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0" y="1645920"/>
            <a:ext cx="1463040" cy="914400"/>
          </a:xfrm>
          <a:prstGeom prst="rect">
            <a:avLst/>
          </a:prstGeom>
          <a:solidFill>
            <a:srgbClr val="161B22"/>
          </a:solidFill>
          <a:ln w="25400">
            <a:solidFill>
              <a:srgbClr val="F088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1645920"/>
            <a:ext cx="146304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17373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164592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164592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0" y="1280160"/>
            <a:ext cx="2286000" cy="73152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280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執行操作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2286000"/>
            <a:ext cx="2286000" cy="731520"/>
          </a:xfrm>
          <a:prstGeom prst="rect">
            <a:avLst/>
          </a:prstGeom>
          <a:solidFill>
            <a:srgbClr val="161B22"/>
          </a:solidFill>
          <a:ln w="25400">
            <a:solidFill>
              <a:srgbClr val="FF7B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286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嘗試其他方法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B950"/>
                </a:solidFill>
              </a:rPr>
              <a:t>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9496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7B72"/>
                </a:solidFill>
              </a:rPr>
              <a:t>↘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1520" y="3291840"/>
            <a:ext cx="768096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實際情境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"我要建立 test.txt"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處理器: kind="write" → </a:t>
            </a:r>
            <a:pPr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denied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"抱歉，我無法建立檔案，權限不足。"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04 課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程式碼 — 自訂處理器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6858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on_permission_request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(request, invocation):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kind = request.kind.value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==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"read"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PermissionRequestResult(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kind=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"approved"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== 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"shell"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PermissionRequestResult(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kind=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"denied-interactively-by-user"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== 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PermissionRequestResult(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kind=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"denied-interactively-by-user"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其他類型預設允許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PermissionRequestResult(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kind=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"approved"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32320" y="1463040"/>
            <a:ext cx="137160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允許讀取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0" y="2377440"/>
            <a:ext cx="137160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拒絕 shell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0" y="3246120"/>
            <a:ext cx="137160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3246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拒絕寫入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0" y="4160520"/>
            <a:ext cx="137160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預設允許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04 課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套用自訂處理器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828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with </a:t>
            </a:r>
            <a:pPr indent="0" marL="0">
              <a:buNone/>
            </a:pPr>
            <a:r>
              <a:rPr lang="en-US" sz="14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</a:t>
            </a:r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"claude-sonnet-4.6"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on_permission_request=</a:t>
            </a:r>
            <a:pPr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on_permission_request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14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8600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傳入你的函式，不是 approve_all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 Import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CopilotClient, PermissionRequest, PermissionRequestResult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04 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on_permission_request 是必填參數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種權限請求類型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種回傳結果（approve / deny）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正式環境必須自訂處理器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05 課：自訂工具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@define_tool 讓 AI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呼叫你寫的 Python 函式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C8CFF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「信任但要驗證 — 讓每個 AI 操作都經過你的審核」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04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04 課：自訂權限處理器 — 選擇性允許/拒絕</dc:title>
  <dc:subject>PptxGenJS Presentation</dc:subject>
  <dc:creator>Claude</dc:creator>
  <cp:lastModifiedBy>Claude</cp:lastModifiedBy>
  <cp:revision>1</cp:revision>
  <dcterms:created xsi:type="dcterms:W3CDTF">2026-04-01T14:19:57Z</dcterms:created>
  <dcterms:modified xsi:type="dcterms:W3CDTF">2026-04-01T14:19:57Z</dcterms:modified>
</cp:coreProperties>
</file>