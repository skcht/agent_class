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3" name="Shape 1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0972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69164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Agent 記憶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31520" y="260604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 Session 保留上下文 — Hooks + Events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754880" y="3474720"/>
            <a:ext cx="4114800" cy="10972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Text 6"/>
          <p:cNvSpPr/>
          <p:nvPr/>
        </p:nvSpPr>
        <p:spPr>
          <a:xfrm>
            <a:off x="4937760" y="356616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讀記憶 → system_message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追蹤對話 → session.on()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 總結 → 寫入 memory.json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4297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問題：Agent 每次都失憶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393192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18872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使用者: "我的專案用 FastAPI + PostgreSQL"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"好的，我記住了"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3931920" cy="1463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754880" y="1188720"/>
            <a:ext cx="3931920" cy="4572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937760" y="1645920"/>
            <a:ext cx="35661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使用者: "幫我加一個 API endpoint"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Agent: "你用什麼框架？"</a:t>
            </a:r>
            <a:pPr indent="0" marL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← 完全忘了！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31520" y="292608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解法：檔案記憶 + system_message + Events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74320" y="3429000"/>
            <a:ext cx="1920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58A6F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3429000"/>
            <a:ext cx="1920240" cy="36576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建立 Session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讀記憶檔案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system_message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2194560" y="34290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2468880" y="3429000"/>
            <a:ext cx="1920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468880" y="3429000"/>
            <a:ext cx="1920240" cy="36576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8" name="Text 16"/>
          <p:cNvSpPr/>
          <p:nvPr/>
        </p:nvSpPr>
        <p:spPr>
          <a:xfrm>
            <a:off x="246888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對話中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追蹤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回覆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0" y="34290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663440" y="3429000"/>
            <a:ext cx="1920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3429000"/>
            <a:ext cx="1920240" cy="36576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結束前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送「請總結」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產生摘要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3429000"/>
            <a:ext cx="2743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84F58"/>
                </a:solidFill>
              </a:rPr>
              <a:t>▶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858000" y="3429000"/>
            <a:ext cx="1920240" cy="914400"/>
          </a:xfrm>
          <a:prstGeom prst="rect">
            <a:avLst/>
          </a:prstGeom>
          <a:solidFill>
            <a:srgbClr val="161B22"/>
          </a:solidFill>
          <a:ln w="19050">
            <a:solidFill>
              <a:srgbClr val="BC8CFF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3429000"/>
            <a:ext cx="1920240" cy="36576"/>
          </a:xfrm>
          <a:prstGeom prst="rect">
            <a:avLst/>
          </a:prstGeom>
          <a:solidFill>
            <a:srgbClr val="BC8CFF"/>
          </a:solidFill>
          <a:ln/>
        </p:spPr>
      </p:sp>
      <p:sp>
        <p:nvSpPr>
          <p:cNvPr id="26" name="Text 24"/>
          <p:cNvSpPr/>
          <p:nvPr/>
        </p:nvSpPr>
        <p:spPr>
          <a:xfrm>
            <a:off x="6858000" y="3474720"/>
            <a:ext cx="1920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memory.json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下次讀取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三個關鍵機制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05156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51560"/>
            <a:ext cx="54864" cy="8686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5" name="Shape 3"/>
          <p:cNvSpPr/>
          <p:nvPr/>
        </p:nvSpPr>
        <p:spPr>
          <a:xfrm>
            <a:off x="1005840" y="1252728"/>
            <a:ext cx="411480" cy="411480"/>
          </a:xfrm>
          <a:prstGeom prst="ellipse">
            <a:avLst/>
          </a:prstGeom>
          <a:solidFill>
            <a:srgbClr val="58A6FF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25272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讀取記憶：system_message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141732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 Session 前讀取記憶檔案，組成 system_message 注入。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在整個 session 中都能看到。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210312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0" name="Shape 8"/>
          <p:cNvSpPr/>
          <p:nvPr/>
        </p:nvSpPr>
        <p:spPr>
          <a:xfrm>
            <a:off x="731520" y="2103120"/>
            <a:ext cx="54864" cy="8686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2304288"/>
            <a:ext cx="411480" cy="411480"/>
          </a:xfrm>
          <a:prstGeom prst="ellipse">
            <a:avLst/>
          </a:prstGeom>
          <a:solidFill>
            <a:srgbClr val="3FB950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230428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645920" y="21031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追蹤對話：Events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645920" y="246888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session.on(ASSISTANT_MESSAGE) 追蹤所有 AI 回覆。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on_session_end 拿不到對話內容，必須用 Events。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3154680"/>
            <a:ext cx="7680960" cy="8686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731520" y="3154680"/>
            <a:ext cx="54864" cy="86868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7" name="Shape 15"/>
          <p:cNvSpPr/>
          <p:nvPr/>
        </p:nvSpPr>
        <p:spPr>
          <a:xfrm>
            <a:off x="1005840" y="3355848"/>
            <a:ext cx="411480" cy="411480"/>
          </a:xfrm>
          <a:prstGeom prst="ellipse">
            <a:avLst/>
          </a:prstGeom>
          <a:solidFill>
            <a:srgbClr val="F0883E"/>
          </a:solidFill>
          <a:ln/>
        </p:spPr>
      </p:sp>
      <p:sp>
        <p:nvSpPr>
          <p:cNvPr id="18" name="Text 16"/>
          <p:cNvSpPr/>
          <p:nvPr/>
        </p:nvSpPr>
        <p:spPr>
          <a:xfrm>
            <a:off x="1005840" y="3355848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11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45920" y="31546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088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寫入記憶：AI 總結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645920" y="3520440"/>
            <a:ext cx="658368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結束前送「請總結」 prompt，讓 AI 自己做摘要。</a:t>
            </a:r>
            <a:endParaRPr lang="en-US" sz="1100" dirty="0"/>
          </a:p>
          <a:p>
            <a:pPr algn="l"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摘要寫入 memory.json，下次 session 讀取。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4160520"/>
            <a:ext cx="7680960" cy="4572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22" name="Shape 20"/>
          <p:cNvSpPr/>
          <p:nvPr/>
        </p:nvSpPr>
        <p:spPr>
          <a:xfrm>
            <a:off x="731520" y="4160520"/>
            <a:ext cx="54864" cy="457200"/>
          </a:xfrm>
          <a:prstGeom prst="rect">
            <a:avLst/>
          </a:prstGeom>
          <a:solidFill>
            <a:srgbClr val="E3B341"/>
          </a:solidFill>
          <a:ln/>
        </p:spPr>
      </p:sp>
      <p:sp>
        <p:nvSpPr>
          <p:cNvPr id="23" name="Text 21"/>
          <p:cNvSpPr/>
          <p:nvPr/>
        </p:nvSpPr>
        <p:spPr>
          <a:xfrm>
            <a:off x="1005840" y="4160520"/>
            <a:ext cx="7223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3B3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on_session_end 拿不到對話內容（只有 reason），總結要在結束前做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① 讀取記憶 → system_message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build_memory_system_message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memory = load_memory()  </a:t>
            </a:r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讀 memory.json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summaries = memory.get("summaries", [])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summaries: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memory_text = "=== 先前的對話記憶 ===\n"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i, s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enumerate(summaries, 1):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memory_text += f"第 {i} 次對話: {s}\n"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{"content": memory_text}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建 session 時傳入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 = client.create_session(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system_message=</a:t>
            </a:r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build_memory_system_message()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...)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36576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system_message 三種模式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3977640"/>
            <a:ext cx="246888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731520" y="3977640"/>
            <a:ext cx="45720" cy="54864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{"content": "..."}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868680" y="42519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append（預設）— 追加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474720" y="3977640"/>
            <a:ext cx="246888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1" name="Shape 9"/>
          <p:cNvSpPr/>
          <p:nvPr/>
        </p:nvSpPr>
        <p:spPr>
          <a:xfrm>
            <a:off x="3474720" y="3977640"/>
            <a:ext cx="45720" cy="54864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2" name="Text 10"/>
          <p:cNvSpPr/>
          <p:nvPr/>
        </p:nvSpPr>
        <p:spPr>
          <a:xfrm>
            <a:off x="361188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{"mode": "replace", ...}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611880" y="42519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完全取代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217920" y="3977640"/>
            <a:ext cx="2468880" cy="5486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5" name="Shape 13"/>
          <p:cNvSpPr/>
          <p:nvPr/>
        </p:nvSpPr>
        <p:spPr>
          <a:xfrm>
            <a:off x="6217920" y="3977640"/>
            <a:ext cx="45720" cy="548640"/>
          </a:xfrm>
          <a:prstGeom prst="rect">
            <a:avLst/>
          </a:prstGeom>
          <a:solidFill>
            <a:srgbClr val="F0883E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397764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{"mode": "customize", ...}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6355080" y="425196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逐區段控制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②③ 追蹤 + 總結 + 寫入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8229600" cy="374904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960120"/>
            <a:ext cx="78638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② Events 追蹤對話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conversation_log = []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</a:t>
            </a:r>
            <a:pPr indent="0" marL="0">
              <a:buNone/>
            </a:pPr>
            <a:r>
              <a:rPr lang="en-US" sz="11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handle_event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(event):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event.type == </a:t>
            </a:r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SessionEventType.ASSISTANT_MESSAGE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conversation_log.append(event.data.content)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session.on(handle_event)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... 多輪對話 ...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③ 結束前請 AI 總結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summary = </a:t>
            </a:r>
            <a:pPr indent="0" marL="0">
              <a:buNone/>
            </a:pPr>
            <a:r>
              <a:rPr lang="en-US" sz="1100" dirty="0">
                <a:solidFill>
                  <a:srgbClr val="BC8C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await </a:t>
            </a:r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session.send_and_wait(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"請用 2-3 句話總結我們的對話。"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寫入記憶檔案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 = load_memory()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memory["summaries"].append(summary.data.content)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save_memory(memory)  </a:t>
            </a:r>
            <a:pPr indent="0" marL="0">
              <a:buNone/>
            </a:pPr>
            <a:r>
              <a:rPr lang="en-US" sz="11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→ memory.json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記憶檔案格式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822960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143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0883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memory.json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" y="1463040"/>
            <a:ext cx="786384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"summaries": [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"第 1 次對話: 討論了 FastAPI 專案架構，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決定用 PostgreSQL...",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"第 2 次對話: 新增了 /users endpoint，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加入了 JWT 認證..."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],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"updated_at": "2025-01-15T10:30:00"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3611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注入記憶的三種方式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57200" y="3931920"/>
            <a:ext cx="256032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931920"/>
            <a:ext cx="45720" cy="64008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system_message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194560" y="3931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最高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推薦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91840" y="3931920"/>
            <a:ext cx="256032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2" name="Shape 10"/>
          <p:cNvSpPr/>
          <p:nvPr/>
        </p:nvSpPr>
        <p:spPr>
          <a:xfrm>
            <a:off x="3291840" y="3931920"/>
            <a:ext cx="45720" cy="64008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on_user_prompt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modifiedPrompt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0" y="3931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動態記憶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126480" y="3931920"/>
            <a:ext cx="2560320" cy="64008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6" name="Shape 14"/>
          <p:cNvSpPr/>
          <p:nvPr/>
        </p:nvSpPr>
        <p:spPr>
          <a:xfrm>
            <a:off x="6126480" y="3931920"/>
            <a:ext cx="45720" cy="640080"/>
          </a:xfrm>
          <a:prstGeom prst="rect">
            <a:avLst/>
          </a:prstGeom>
          <a:solidFill>
            <a:srgbClr val="FF7B72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931920"/>
            <a:ext cx="1645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on_session_start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additionalContext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863840" y="393192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不穩定</a:t>
            </a:r>
            <a:endParaRPr lang="en-US" sz="900" dirty="0"/>
          </a:p>
          <a:p>
            <a:pPr algn="r" indent="0" marL="0">
              <a:buNone/>
            </a:pPr>
            <a:r>
              <a:rPr lang="en-US" sz="900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SDK preview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兩個範例情境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457200" y="109728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3931920" cy="45720"/>
          </a:xfrm>
          <a:prstGeom prst="rect">
            <a:avLst/>
          </a:prstGeom>
          <a:solidFill>
            <a:srgbClr val="3FB950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1: 建立記憶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16002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多輪對話（FastAPI + PostgreSQL）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Events 追蹤所有 AI 回覆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結束前請 AI 總結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摘要寫入 memory.json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40080" y="3108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驗證：memory.json 被建立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54880" y="1097280"/>
            <a:ext cx="3931920" cy="228600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9" name="Shape 7"/>
          <p:cNvSpPr/>
          <p:nvPr/>
        </p:nvSpPr>
        <p:spPr>
          <a:xfrm>
            <a:off x="4754880" y="1097280"/>
            <a:ext cx="3931920" cy="45720"/>
          </a:xfrm>
          <a:prstGeom prst="rect">
            <a:avLst/>
          </a:prstGeom>
          <a:solidFill>
            <a:srgbClr val="58A6FF"/>
          </a:solidFill>
          <a:ln/>
        </p:spPr>
      </p:sp>
      <p:sp>
        <p:nvSpPr>
          <p:cNvPr id="10" name="Text 8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2: 驗證記憶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5120640" y="1600200"/>
            <a:ext cx="33832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① 新 session 讀取 memory.json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② 摘要注入 system_message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③ 問「上次聊了什麼？」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④ Agent 能回答！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937760" y="3108960"/>
            <a:ext cx="35661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8A6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驗證：Agent 記得上次內容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731520" y="35661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on_session_end vs 結束前 prompt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31520" y="3886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拿到對話內容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3886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0" y="388620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" y="416052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呼叫 AI 做摘要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416052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7B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不能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486400" y="416052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31520" y="4434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寫檔案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443484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0" y="4434840"/>
            <a:ext cx="2743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3FB9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本課重點回顧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731520" y="1234440"/>
            <a:ext cx="438912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4" name="Text 2"/>
          <p:cNvSpPr/>
          <p:nvPr/>
        </p:nvSpPr>
        <p:spPr>
          <a:xfrm>
            <a:off x="960120" y="13258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學到了什麼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960120" y="1783080"/>
            <a:ext cx="3931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system_message 注入記憶（最可靠）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 追蹤 AI 回覆內容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結束前請 AI 總結，寫入檔案</a:t>
            </a:r>
            <a:endParaRPr lang="en-US" sz="14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on_session_end 不適合做記憶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0" y="1234440"/>
            <a:ext cx="3200400" cy="25603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0" y="1234440"/>
            <a:ext cx="3200400" cy="45720"/>
          </a:xfrm>
          <a:prstGeom prst="rect">
            <a:avLst/>
          </a:prstGeom>
          <a:solidFill>
            <a:srgbClr val="39D2C0"/>
          </a:solidFill>
          <a:ln/>
        </p:spPr>
      </p:sp>
      <p:sp>
        <p:nvSpPr>
          <p:cNvPr id="8" name="Text 6"/>
          <p:cNvSpPr/>
          <p:nvPr/>
        </p:nvSpPr>
        <p:spPr>
          <a:xfrm>
            <a:off x="5715000" y="13716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39D2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下一課預告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715000" y="19202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第 19 課：結構化記憶壓縮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715000" y="2331720"/>
            <a:ext cx="27432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 Compact Prompt</a:t>
            </a:r>
            <a:endParaRPr lang="en-US" sz="1300" dirty="0"/>
          </a:p>
          <a:p>
            <a:pPr algn="l" indent="0" marL="0">
              <a:buNone/>
            </a:pPr>
            <a:r>
              <a:rPr lang="en-US" sz="1300" dirty="0">
                <a:solidFill>
                  <a:srgbClr val="C9D1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壓縮和結構化記憶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715000" y="31546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39D2C0"/>
                </a:solidFill>
              </a:rPr>
              <a:t>➡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0" y="4160520"/>
            <a:ext cx="9144000" cy="502920"/>
          </a:xfrm>
          <a:prstGeom prst="rect">
            <a:avLst/>
          </a:prstGeom>
          <a:solidFill>
            <a:srgbClr val="161B22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416052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BC8C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「Agent 不記得上次 — 除非你讓它記」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114800" y="470916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r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Copilot SDK Python 教學系列 — 第 18 課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274320" y="470916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900" dirty="0">
                <a:solidFill>
                  <a:srgbClr val="484F5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 18 課：Agent 記憶 — Hooks + Events</dc:title>
  <dc:subject>PptxGenJS Presentation</dc:subject>
  <dc:creator>Claude</dc:creator>
  <cp:lastModifiedBy>Claude</cp:lastModifiedBy>
  <cp:revision>1</cp:revision>
  <dcterms:created xsi:type="dcterms:W3CDTF">2026-04-01T15:06:45Z</dcterms:created>
  <dcterms:modified xsi:type="dcterms:W3CDTF">2026-04-01T15:06:45Z</dcterms:modified>
</cp:coreProperties>
</file>