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專屬 MCP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Agent 掛載專屬的外部工具服務器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{"name": "file-explorer",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"mcp_servers":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"filesystem": {...}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vs Agent 層級 MCP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層級（第 07 課）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create_session(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mcp_servers={...}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Agent 共享同一組 MCP Server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適合：通用工具（如 filesystem）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層級（本課）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custom_agents=[{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"mcp_servers": {...}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514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僅該 Agent 可使用專屬 MCP Server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適合：專業工具（如 DB Agent 專用）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架構概念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164592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77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MCP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(共享)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3977640"/>
            <a:ext cx="164592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3977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MCP-A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3977640"/>
            <a:ext cx="164592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977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MCP-B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0" y="3977640"/>
            <a:ext cx="164592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3977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(無 MCP)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12 課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使用情境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9144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檔案探索員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74720" y="1234440"/>
            <a:ext cx="2286000" cy="3200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filesystem MCP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瀏覽和分析本地檔案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768096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194560"/>
            <a:ext cx="54864" cy="9144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網路研究員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74720" y="2331720"/>
            <a:ext cx="2286000" cy="3200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MCP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697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抓取網頁內容並摘要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291840"/>
            <a:ext cx="768096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291840"/>
            <a:ext cx="54864" cy="9144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資料分析師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74720" y="3429000"/>
            <a:ext cx="2286000" cy="3200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MCP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查詢資料庫結構與資料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251960"/>
            <a:ext cx="768096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Agent 只能存取它需要的外部資源 — 最小權限 + 專業分工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12 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範例：檔案探索員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"file-explorer"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"display_name": "檔案探索員",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"tools": ["grep", "glob", "view"],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"prompt": "你是檔案系統專家...",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"mcp_servers"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"filesystem":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"type":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"local"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"command": "npx",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"args": ["-y", "@modelcontextprotocol/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server-filesystem", work_dir],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"tools": ["*"],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mcp_servers 在 agent dict 內部，不是 session 層級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12 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範例：網路研究員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"web-researcher"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"prompt": "你是網路研究專家...",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"mcp_servers"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"fetch":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"type": </a:t>
            </a:r>
            <a:pPr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"remote"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"url": "https://router.mcp.so/sse/fetch",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"tools": ["*"],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 Agent，各自的 MCP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36576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749040"/>
            <a:ext cx="45720" cy="6400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file-explorer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filesystem MCP (local)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3749040"/>
            <a:ext cx="36576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3749040"/>
            <a:ext cx="45720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web-researcher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MCP (remote)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12 課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結合 tools + MCP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54864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限制內建工具，mcp_servers 提供外部服務 — 兩者可以同時使用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768096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7315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"file-explorer",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內建工具：僅允許唯讀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"tools": 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["grep", "glob", "view"]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外部服務：掛載 filesystem MCP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"mcp_servers":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{"filesystem": {...}}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能力 = 內建工具 (tools) + 外部服務 (mcp_servers) + prompt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12 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層級 mcp_servers 設定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共享 vs Agent 專屬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 tools + mcp_servers + prompt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Agent 只存取所需資源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13 課：Sub-Agent 事件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監控 Agent 切換和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執行狀態的事件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FB950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「每個 Agent 有自己的工具箱 — 內建 + 外部，精確控制」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12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12 課：Agent 專屬 MCP 伺服器</dc:title>
  <dc:subject>PptxGenJS Presentation</dc:subject>
  <dc:creator>Claude</dc:creator>
  <cp:lastModifiedBy>Claude</cp:lastModifiedBy>
  <cp:revision>1</cp:revision>
  <dcterms:created xsi:type="dcterms:W3CDTF">2026-04-01T14:46:57Z</dcterms:created>
  <dcterms:modified xsi:type="dcterms:W3CDTF">2026-04-01T14:46:57Z</dcterms:modified>
</cp:coreProperties>
</file>