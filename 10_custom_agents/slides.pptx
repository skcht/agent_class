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自訂 Agent 角色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custom_agents + system_message — 給 AI 專業人設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754880" y="3474720"/>
            <a:ext cx="4114800" cy="10972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35661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custom_agents = 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{"name": "code-reviewer", ...},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{"name": "doc-writer", ...},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為什麼需要自訂角色？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18288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45720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沒有角色設定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是通才，什麼都懂一點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回覆風格不一致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每次都要重新說明背景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18288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Shape 6"/>
          <p:cNvSpPr/>
          <p:nvPr/>
        </p:nvSpPr>
        <p:spPr>
          <a:xfrm>
            <a:off x="4754880" y="1188720"/>
            <a:ext cx="3931920" cy="457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2801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有角色設定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20640" y="169164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是專家，專注特定領域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回覆風格一致且專業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背景已內建在 prompt 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291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範例角色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1965960" cy="7315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703320"/>
            <a:ext cx="196596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7490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程式碼審查員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0690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找出安全漏洞、效能問題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06040" y="3703320"/>
            <a:ext cx="1965960" cy="7315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7" name="Shape 15"/>
          <p:cNvSpPr/>
          <p:nvPr/>
        </p:nvSpPr>
        <p:spPr>
          <a:xfrm>
            <a:off x="2606040" y="3703320"/>
            <a:ext cx="196596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8" name="Text 16"/>
          <p:cNvSpPr/>
          <p:nvPr/>
        </p:nvSpPr>
        <p:spPr>
          <a:xfrm>
            <a:off x="2697480" y="37490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技術文件撰寫員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97480" y="40690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產生 docstring 與註解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3703320"/>
            <a:ext cx="1965960" cy="7315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1" name="Shape 19"/>
          <p:cNvSpPr/>
          <p:nvPr/>
        </p:nvSpPr>
        <p:spPr>
          <a:xfrm>
            <a:off x="4754880" y="3703320"/>
            <a:ext cx="1965960" cy="36576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37490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測試專家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40690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產生單元測試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03720" y="3703320"/>
            <a:ext cx="1965960" cy="7315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5" name="Shape 23"/>
          <p:cNvSpPr/>
          <p:nvPr/>
        </p:nvSpPr>
        <p:spPr>
          <a:xfrm>
            <a:off x="6903720" y="3703320"/>
            <a:ext cx="196596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26" name="Text 24"/>
          <p:cNvSpPr/>
          <p:nvPr/>
        </p:nvSpPr>
        <p:spPr>
          <a:xfrm>
            <a:off x="6995160" y="37490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系統架構師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95160" y="40690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設計架構方案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10 課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兩種設定的差異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2743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4572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system_message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全域指令，影響整個 Session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3566160" cy="9144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0312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system_message =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"content": 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"請保持簡潔，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回覆不超過 200 字"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適用：語言、格式、長度限制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3931920" cy="2743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0" y="1188720"/>
            <a:ext cx="3931920" cy="457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custom_agents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3776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可切換的專業角色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37760" y="2011680"/>
            <a:ext cx="3566160" cy="9144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210312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[{"name": 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"code-reviewer"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"prompt": 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"你是資深審查專家..."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}]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31089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適用：專業領域、角色切換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兩者可以同時使用 — system_message 提供全域規則，custom_agents 提供專業人設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10 課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 結構定義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6858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97280"/>
            <a:ext cx="54864" cy="6858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972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"name"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474720" y="109728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唯一識別碼（內部使用）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4447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"code-reviewer"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920240"/>
            <a:ext cx="7680960" cy="6858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920240"/>
            <a:ext cx="54864" cy="68580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19202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"display_name"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192024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顯示名稱（選填）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226771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"程式碼審查員"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743200"/>
            <a:ext cx="7680960" cy="6858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2743200"/>
            <a:ext cx="54864" cy="68580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27432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"description"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274320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角色描述（AI 參考）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30906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"審查程式碼中的臭蟲..."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566160"/>
            <a:ext cx="7680960" cy="6858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3566160"/>
            <a:ext cx="54864" cy="68580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35661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"prompt"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74720" y="356616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 prompt 指令（核心）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39136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"你是一位資深審查專家..."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4434840"/>
            <a:ext cx="7680960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4434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是最重要的欄位 — 它決定 AI 的專業行為和回覆風格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10 課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完整範例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7490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60120"/>
            <a:ext cx="78638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client.create_session(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custom_agents=[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"name": 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"code-reviewer"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"display_name": 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"程式碼審查員"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"description": 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"審查程式碼中的臭蟲與漏洞"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"prompt": 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"你是資深審查專家，審查重點："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"安全漏洞、效能、最佳實踐..."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"name": </a:t>
            </a:r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"doc-writer"</a:t>
            </a: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system_message={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"content": </a:t>
            </a:r>
            <a:pPr indent="0" marL="0">
              <a:buNone/>
            </a:pPr>
            <a:r>
              <a:rPr lang="en-US" sz="11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"請保持簡潔，使用繁體中文回覆"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10 課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實際運用範例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2004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457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程式碼審查員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輸入：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3566160" cy="73152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745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get_user(id):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query = f"SELECT * FROM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users WHERE id={id}"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回覆：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風險！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使用參數化查詢代替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f-string 拼接...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3931920" cy="32004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Shape 10"/>
          <p:cNvSpPr/>
          <p:nvPr/>
        </p:nvSpPr>
        <p:spPr>
          <a:xfrm>
            <a:off x="4754880" y="1097280"/>
            <a:ext cx="3931920" cy="457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188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技術文件撰寫員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37760" y="16002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輸入：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37760" y="1828800"/>
            <a:ext cx="3566160" cy="73152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182880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同一段程式碼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6517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回覆：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88036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get_user(id):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"""根據 ID 查詢使用者資料。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Args: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id: 使用者 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10 課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本課重點回顧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438912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325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學到了什麼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178308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custom_agents 定義專業角色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system_message 設定全域指令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是角色行為的核心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同一程式碼，不同角色不同結果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0" y="1234440"/>
            <a:ext cx="320040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0" y="1234440"/>
            <a:ext cx="3200400" cy="4572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8" name="Text 6"/>
          <p:cNvSpPr/>
          <p:nvPr/>
        </p:nvSpPr>
        <p:spPr>
          <a:xfrm>
            <a:off x="571500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下一課預告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71500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11 課：Agent 工具範圍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0" y="23317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控制每個 Agent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可以使用哪些工具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15000" y="3154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0883E"/>
                </a:solidFill>
              </a:rPr>
              <a:t>➡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0" y="4160520"/>
            <a:ext cx="91440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「同一個 AI，不同的角色，不同的專業」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10 課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 10 課：自訂 Agent 角色</dc:title>
  <dc:subject>PptxGenJS Presentation</dc:subject>
  <dc:creator>Claude</dc:creator>
  <cp:lastModifiedBy>Claude</cp:lastModifiedBy>
  <cp:revision>1</cp:revision>
  <dcterms:created xsi:type="dcterms:W3CDTF">2026-04-01T14:41:42Z</dcterms:created>
  <dcterms:modified xsi:type="dcterms:W3CDTF">2026-04-01T14:41:42Z</dcterms:modified>
</cp:coreProperties>
</file>